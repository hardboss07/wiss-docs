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41A68-5F66-4111-9BDB-0DF97E9BB72E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B8BDF-7113-4EC2-A0CB-4C5C42FDD8C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9776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Wir präsentieren heute unsere Kampagne für </a:t>
            </a:r>
            <a:r>
              <a:rPr lang="de-DE" b="1" dirty="0"/>
              <a:t>Notion</a:t>
            </a:r>
            <a:r>
              <a:rPr lang="de-DE" dirty="0"/>
              <a:t> mit dem Titel: </a:t>
            </a:r>
            <a:r>
              <a:rPr lang="de-DE" i="1" dirty="0"/>
              <a:t>Dein Kopf ist für Ideen da, nicht zum Merken.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B8BDF-7113-4EC2-A0CB-4C5C42FDD8C4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86080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Unser </a:t>
            </a:r>
            <a:r>
              <a:rPr lang="de-DE" b="1" dirty="0"/>
              <a:t>Held</a:t>
            </a:r>
            <a:r>
              <a:rPr lang="de-DE" dirty="0"/>
              <a:t> ist der klassische Student oder Creator im digitalen Chaos. In seiner </a:t>
            </a:r>
            <a:r>
              <a:rPr lang="de-DE" b="1" dirty="0"/>
              <a:t>gewohnten Welt</a:t>
            </a:r>
            <a:r>
              <a:rPr lang="de-DE" dirty="0"/>
              <a:t> versinkt er in Post-</a:t>
            </a:r>
            <a:r>
              <a:rPr lang="de-DE" dirty="0" err="1"/>
              <a:t>its</a:t>
            </a:r>
            <a:r>
              <a:rPr lang="de-DE" dirty="0"/>
              <a:t> und offenen Tabs. Strategisch sprechen wir ihn auf dem </a:t>
            </a:r>
            <a:r>
              <a:rPr lang="de-DE" b="1" dirty="0"/>
              <a:t>Selbstkundgabe-Ohr</a:t>
            </a:r>
            <a:r>
              <a:rPr lang="de-DE" dirty="0"/>
              <a:t> an: Wir geben ihm das Gefühl, jemand zu sein, der sein Leben im Griff hat und modern arbeitet."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B8BDF-7113-4EC2-A0CB-4C5C42FDD8C4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7344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"Der </a:t>
            </a:r>
            <a:r>
              <a:rPr lang="de-DE" b="1" dirty="0"/>
              <a:t>Ruf zum Abenteuer</a:t>
            </a:r>
            <a:r>
              <a:rPr lang="de-DE" dirty="0"/>
              <a:t> ist die drohende Deadline. Hier tritt Notion als </a:t>
            </a:r>
            <a:r>
              <a:rPr lang="de-DE" b="1" dirty="0"/>
              <a:t>Mentor</a:t>
            </a:r>
            <a:r>
              <a:rPr lang="de-DE" dirty="0"/>
              <a:t> auf. Wichtig: Notion ist nicht der Held – es schreibt die Arbeit nicht von selbst. Es ist das 'digitale Schwert', das dem Nutzer die Struktur gibt, um das Chaos zu besiegen. Das </a:t>
            </a:r>
            <a:r>
              <a:rPr lang="de-DE" b="1" dirty="0"/>
              <a:t>Elixier</a:t>
            </a:r>
            <a:r>
              <a:rPr lang="de-DE" dirty="0"/>
              <a:t>, das am Ende bleibt, ist nicht nur die fertige Abgabe, sondern das Gefühl von mentaler Klarheit und echtem Fokus."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B8BDF-7113-4EC2-A0CB-4C5C42FDD8C4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983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"Unser Plakat zeigt den Kontrast zwischen Chaos und Klarheit mit dem Slogan: </a:t>
            </a:r>
            <a:r>
              <a:rPr lang="de-DE" i="1" dirty="0"/>
              <a:t>'Meistere das Chaos. Behalte den Fokus.'</a:t>
            </a:r>
            <a:r>
              <a:rPr lang="de-DE" dirty="0"/>
              <a:t> In der Analyse bedeutet das:</a:t>
            </a:r>
          </a:p>
          <a:p>
            <a:r>
              <a:rPr lang="de-DE" b="1" dirty="0"/>
              <a:t>Sache (Blau):</a:t>
            </a:r>
            <a:r>
              <a:rPr lang="de-DE" dirty="0"/>
              <a:t> Wir sagen kurz: Das ist ein All-in-</a:t>
            </a:r>
            <a:r>
              <a:rPr lang="de-DE" dirty="0" err="1"/>
              <a:t>one</a:t>
            </a:r>
            <a:r>
              <a:rPr lang="de-DE" dirty="0"/>
              <a:t> Workspace.</a:t>
            </a:r>
          </a:p>
          <a:p>
            <a:r>
              <a:rPr lang="de-DE" b="1" dirty="0"/>
              <a:t>Beziehung (Gelb):</a:t>
            </a:r>
            <a:r>
              <a:rPr lang="de-DE" dirty="0"/>
              <a:t> Wir schmeicheln dem Helden: 'Deine Ideen sind wertvoll'. Wir sind sein Partner auf Augenhöhe.</a:t>
            </a:r>
          </a:p>
          <a:p>
            <a:r>
              <a:rPr lang="de-DE" b="1" dirty="0"/>
              <a:t>Selbstkundgabe (Grün):</a:t>
            </a:r>
            <a:r>
              <a:rPr lang="de-DE" dirty="0"/>
              <a:t> Notion zeigt sich als minimalistisch und effizient.</a:t>
            </a:r>
          </a:p>
          <a:p>
            <a:r>
              <a:rPr lang="de-DE" b="1" dirty="0"/>
              <a:t>Appell (Rot):</a:t>
            </a:r>
            <a:r>
              <a:rPr lang="de-DE" dirty="0"/>
              <a:t> Ein klarer Call-</a:t>
            </a:r>
            <a:r>
              <a:rPr lang="de-DE" dirty="0" err="1"/>
              <a:t>to</a:t>
            </a:r>
            <a:r>
              <a:rPr lang="de-DE" dirty="0"/>
              <a:t>-Action: 'Strukturiere dich jetzt kostenlos'."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B8BDF-7113-4EC2-A0CB-4C5C42FDD8C4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07897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"Warum funktioniert das? Weil wir kein technisches Tool verkaufen, sondern das Ende der Überforderung. Wir haben die </a:t>
            </a:r>
            <a:r>
              <a:rPr lang="de-DE" b="1" dirty="0"/>
              <a:t>Sachebene bewusst klein gehalten</a:t>
            </a:r>
            <a:r>
              <a:rPr lang="de-DE" dirty="0"/>
              <a:t>, da Features allein keine Emotionen wecken. Wir setzen auf das </a:t>
            </a:r>
            <a:r>
              <a:rPr lang="de-DE" b="1" dirty="0"/>
              <a:t>Beziehungs- und Selbstkundgabe-Ohr</a:t>
            </a:r>
            <a:r>
              <a:rPr lang="de-DE" dirty="0"/>
              <a:t>, um Vertrauen aufzubauen. Unser Fazit: Notion besiegt das Chaos nicht für dich – aber es ist das Werkzeug, mit dem du es tust. Vielen Dank!"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B8BDF-7113-4EC2-A0CB-4C5C42FDD8C4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21843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6C249F-1008-40C1-F630-4419D57F0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2920E88-7AD0-C941-EBA6-372C5A051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30FF62-D3F6-A4DB-B1D2-BCC0A1806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35E596-44EA-33E1-0668-B560101B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5E8A8A-556E-2A2C-89F0-A8AF3601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13829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EA34-AEFF-584B-7407-67A034C4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4A8D5D-060F-E2CA-F1D5-C8F85E33D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1839A0-4A6F-5E61-3B05-BE3EFBF5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BF77A9-8933-F7F2-8036-700C54B9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D583B5-E241-9322-FA5A-13521A24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8139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5EDDAE-5254-04D5-11DE-13590AC8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59B7B3-5821-CDF5-9252-9E26EAA46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096219-4D87-9EE5-0424-0A9A14480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DE3D82-85BE-FAD9-F4FF-DF31EB7C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66F681-0EB1-33DC-8522-91CDE2DDC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825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4BB2B5-79D9-030D-2302-817433E3F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57F1C1-45A7-24E2-FD7C-31C9CFE94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1D398C-1342-94CF-3C39-3E0890E34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EC1451-AA74-71EF-198C-3FB2B823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4D31A7-C3BC-E664-61B1-0F7FB80A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D67592-24F9-37C9-1C54-DC3496A2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8798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71807-A0DB-310C-4FA5-3C8559AFD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BAEFF7-83B5-0463-1727-730C68049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EB36AF-5666-1688-AA01-CD054832A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7F961C5-0F1F-EAD0-C945-5D751C1AF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E08DA37-DE00-5B24-B775-08350FE1D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E6A0E33-5B03-D3D2-ADBD-E4EECD418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B72505C-18A9-8607-9A41-632F5DB1F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F809251-1F61-23AC-A21A-93DA2204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181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AF43C-9DC5-4EFD-39B1-4AD0B473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432646-A9A9-51BA-3EB8-801012DD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93F487-7E06-393C-9736-169A307D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06C9FF-BDF7-55E1-5BDF-6B0E9966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3331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4FE1E5C-CC32-0DEA-A4F0-303AE776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9482A92-5F05-6118-72C5-5220B0D2B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3C96ED-129E-D8AC-9F60-F70CB9A7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295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6EFFC0-A069-1885-5BE9-19CAF8B5A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79B958-3913-B08F-988A-D3F574C71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4786DC-227F-A679-C54E-F182F6EF6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A4E51A-3DAE-8953-89F6-638475AC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FDD930-3CCC-E80B-0369-C3C3DB043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7570087-ADA2-40F8-123A-BAF4AE8E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2322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12E66F-CE6E-916B-D1AE-109D6E7E6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303513B-A11E-BAA8-9BEB-567E70A6B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B78AFA-7D88-5B4F-4660-9E13C07A3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00F5B7-18A7-93E5-76E5-D44E88938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1B1014-2F7A-69E8-EE33-087CE952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AFA613-6E3D-92C5-8B2A-255728E5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1546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68F7A4-3C87-7FE3-6C48-62265DCF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9A9985-78EB-8741-E3F7-34E6AE9C5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1C6C46-5DFC-5D1B-F48B-7617FA24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E3A9CD-F8E5-97AA-C007-68DC5D05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6CBA72-6B98-9658-E489-E460CAF9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0960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E1452AB-60C1-68ED-594D-E766C64ED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A48D970-C8AF-01D5-D17A-294F6E8C5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D63A77-D83F-54A2-8798-0C03B4EEE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978899-D6AA-01C9-E542-75F321E0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EC6BAF-7B9E-70A2-01FC-9232A302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697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C2E62E-9F27-D5A2-04F5-472732D6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A6CDE0-0052-0056-4935-3700005E3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CB7820-2E4D-9BC5-8807-EE58CA38F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3AB03-92B8-45D3-B092-0AE0A62C6BE2}" type="datetimeFigureOut">
              <a:rPr lang="de-CH" smtClean="0"/>
              <a:t>06.03.2026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1D32FE-5E5B-3B48-0C12-6E7881004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93B568-FDA1-FAB6-1385-928DAFD08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D53B6-E1E3-4F98-95EC-669FFEB00F8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125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87DD99-9AE3-921F-257F-FB8602052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76" y="676656"/>
            <a:ext cx="4492752" cy="3784283"/>
          </a:xfrm>
        </p:spPr>
        <p:txBody>
          <a:bodyPr>
            <a:normAutofit fontScale="90000"/>
          </a:bodyPr>
          <a:lstStyle/>
          <a:p>
            <a:r>
              <a:rPr lang="de-CH" dirty="0"/>
              <a:t>Der Kopf ist zum Denken da –</a:t>
            </a:r>
            <a:br>
              <a:rPr lang="de-CH" dirty="0"/>
            </a:br>
            <a:r>
              <a:rPr lang="de-CH" dirty="0"/>
              <a:t>nicht zum merken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5BD57A6-12CC-E078-5243-9CB03DE77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888" y="6108192"/>
            <a:ext cx="4209288" cy="576072"/>
          </a:xfrm>
        </p:spPr>
        <p:txBody>
          <a:bodyPr/>
          <a:lstStyle/>
          <a:p>
            <a:r>
              <a:rPr lang="de-CH" dirty="0"/>
              <a:t>Matteo Bosshard 06.03.2026</a:t>
            </a:r>
          </a:p>
        </p:txBody>
      </p:sp>
      <p:pic>
        <p:nvPicPr>
          <p:cNvPr id="2050" name="Picture 2" descr="6 Ways to Clean Up Your Desk | The FruitGuys">
            <a:extLst>
              <a:ext uri="{FF2B5EF4-FFF2-40B4-BE49-F238E27FC236}">
                <a16:creationId xmlns:a16="http://schemas.microsoft.com/office/drawing/2014/main" id="{1A9B5352-B9A4-C5AC-5574-C03040276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527" y="611124"/>
            <a:ext cx="619125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2E7F0B0-EE7A-9F54-8E89-C28E2020A542}"/>
              </a:ext>
            </a:extLst>
          </p:cNvPr>
          <p:cNvSpPr txBox="1"/>
          <p:nvPr/>
        </p:nvSpPr>
        <p:spPr>
          <a:xfrm>
            <a:off x="554736" y="4889992"/>
            <a:ext cx="898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Strukturiere dein Chaos. Behalte den Fokus</a:t>
            </a:r>
          </a:p>
        </p:txBody>
      </p:sp>
    </p:spTree>
    <p:extLst>
      <p:ext uri="{BB962C8B-B14F-4D97-AF65-F5344CB8AC3E}">
        <p14:creationId xmlns:p14="http://schemas.microsoft.com/office/powerpoint/2010/main" val="1173902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7998C-D9DC-F9DB-61BB-9433C398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Die Heldenreise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DF8C3E-D3EB-56A8-DA83-6F10984A7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Infos verstreut</a:t>
            </a:r>
          </a:p>
          <a:p>
            <a:r>
              <a:rPr lang="de-CH" dirty="0"/>
              <a:t>WhatsApp Chat</a:t>
            </a:r>
          </a:p>
          <a:p>
            <a:r>
              <a:rPr lang="de-CH" dirty="0"/>
              <a:t>Ausgedruckte Dossiers</a:t>
            </a:r>
          </a:p>
          <a:p>
            <a:r>
              <a:rPr lang="de-CH" dirty="0"/>
              <a:t>OneNote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B4E09DB-02BE-8A1D-44F4-4F4E3C36C1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2" r="16138"/>
          <a:stretch>
            <a:fillRect/>
          </a:stretch>
        </p:blipFill>
        <p:spPr bwMode="auto">
          <a:xfrm>
            <a:off x="6413939" y="2230184"/>
            <a:ext cx="4302829" cy="327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278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B7379F-6779-E58C-4CC9-33217297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Deine Gedanken verdienen ein Zuhause</a:t>
            </a:r>
          </a:p>
        </p:txBody>
      </p:sp>
      <p:pic>
        <p:nvPicPr>
          <p:cNvPr id="1028" name="Picture 4" descr="Notes Dashboard Template by organized dashboard | Notion Marketplace">
            <a:extLst>
              <a:ext uri="{FF2B5EF4-FFF2-40B4-BE49-F238E27FC236}">
                <a16:creationId xmlns:a16="http://schemas.microsoft.com/office/drawing/2014/main" id="{B0A58A3F-E29C-69FE-D907-01F552DD71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1" t="6716" r="5210"/>
          <a:stretch>
            <a:fillRect/>
          </a:stretch>
        </p:blipFill>
        <p:spPr bwMode="auto">
          <a:xfrm>
            <a:off x="4601416" y="3919052"/>
            <a:ext cx="2989168" cy="191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E9205A1-4858-EDAB-9929-C73D4E833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376" y="1905524"/>
            <a:ext cx="10515600" cy="4351338"/>
          </a:xfrm>
        </p:spPr>
        <p:txBody>
          <a:bodyPr/>
          <a:lstStyle/>
          <a:p>
            <a:r>
              <a:rPr lang="de-CH" dirty="0"/>
              <a:t>Konflikt: Wichtige Deadline</a:t>
            </a:r>
          </a:p>
          <a:p>
            <a:r>
              <a:rPr lang="de-CH" dirty="0"/>
              <a:t>Mentor: Notion – gibt Struktur</a:t>
            </a:r>
          </a:p>
          <a:p>
            <a:r>
              <a:rPr lang="de-CH" dirty="0"/>
              <a:t>Elixier:  Der Flow – Gefühl von Klarheit</a:t>
            </a:r>
          </a:p>
          <a:p>
            <a:endParaRPr lang="de-CH" dirty="0"/>
          </a:p>
          <a:p>
            <a:endParaRPr lang="de-CH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D6BEB21-2B68-489E-DD24-F0452A273E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2" r="16138"/>
          <a:stretch>
            <a:fillRect/>
          </a:stretch>
        </p:blipFill>
        <p:spPr bwMode="auto">
          <a:xfrm>
            <a:off x="838200" y="3941065"/>
            <a:ext cx="2481072" cy="1889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in Mann geht fröhlich mit einem Siegespokal in der Hand. | Premium Vektor">
            <a:extLst>
              <a:ext uri="{FF2B5EF4-FFF2-40B4-BE49-F238E27FC236}">
                <a16:creationId xmlns:a16="http://schemas.microsoft.com/office/drawing/2014/main" id="{406432DA-6886-F01D-24A9-4C35A7CBE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192" y="4081194"/>
            <a:ext cx="2185729" cy="174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DD825184-76DF-99FC-9967-DC2A28FAAC0A}"/>
              </a:ext>
            </a:extLst>
          </p:cNvPr>
          <p:cNvSpPr/>
          <p:nvPr/>
        </p:nvSpPr>
        <p:spPr>
          <a:xfrm>
            <a:off x="3483864" y="4681728"/>
            <a:ext cx="914400" cy="53035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41B30779-83C2-EEDD-96E5-C25825825B9C}"/>
              </a:ext>
            </a:extLst>
          </p:cNvPr>
          <p:cNvSpPr/>
          <p:nvPr/>
        </p:nvSpPr>
        <p:spPr>
          <a:xfrm>
            <a:off x="7972504" y="4620594"/>
            <a:ext cx="914400" cy="53035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237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17C23-E3A6-63DA-4509-A9466454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Meistere das Chaos- Behalte den Fokus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8A8507-BE6F-88EB-67BD-37A07DFC8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Sache: All-in-</a:t>
            </a:r>
            <a:r>
              <a:rPr lang="de-CH" dirty="0" err="1"/>
              <a:t>one</a:t>
            </a:r>
            <a:r>
              <a:rPr lang="de-CH" dirty="0"/>
              <a:t> Workspace</a:t>
            </a:r>
          </a:p>
          <a:p>
            <a:r>
              <a:rPr lang="de-CH" dirty="0"/>
              <a:t>Beziehung: Ideen sind zu wertvoll sie zu verlieren</a:t>
            </a:r>
          </a:p>
          <a:p>
            <a:r>
              <a:rPr lang="de-CH" dirty="0"/>
              <a:t>Selbstkundgabe Modern, minimalistisch, effizient</a:t>
            </a:r>
          </a:p>
          <a:p>
            <a:r>
              <a:rPr lang="de-CH" dirty="0"/>
              <a:t>Apell: Strukturiere dich jetzt kostenlos</a:t>
            </a:r>
          </a:p>
        </p:txBody>
      </p:sp>
    </p:spTree>
    <p:extLst>
      <p:ext uri="{BB962C8B-B14F-4D97-AF65-F5344CB8AC3E}">
        <p14:creationId xmlns:p14="http://schemas.microsoft.com/office/powerpoint/2010/main" val="125854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FE423C-F082-6D11-609B-304F0523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863298-68C2-A9FE-3874-E680C3270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Mentale Freiheit</a:t>
            </a:r>
          </a:p>
          <a:p>
            <a:r>
              <a:rPr lang="de-CH" dirty="0"/>
              <a:t>Sachebene bewusst reduziert</a:t>
            </a:r>
          </a:p>
          <a:p>
            <a:endParaRPr lang="de-CH" dirty="0"/>
          </a:p>
          <a:p>
            <a:r>
              <a:rPr lang="de-CH" dirty="0"/>
              <a:t>Notion macht dich nicht klüger, es lässt dich nur fokussierter arbeiten</a:t>
            </a:r>
          </a:p>
        </p:txBody>
      </p:sp>
    </p:spTree>
    <p:extLst>
      <p:ext uri="{BB962C8B-B14F-4D97-AF65-F5344CB8AC3E}">
        <p14:creationId xmlns:p14="http://schemas.microsoft.com/office/powerpoint/2010/main" val="177204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</Words>
  <Application>Microsoft Office PowerPoint</Application>
  <PresentationFormat>Breitbild</PresentationFormat>
  <Paragraphs>36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Der Kopf ist zum Denken da – nicht zum merken</vt:lpstr>
      <vt:lpstr>Die Heldenreise</vt:lpstr>
      <vt:lpstr>Deine Gedanken verdienen ein Zuhause</vt:lpstr>
      <vt:lpstr>Meistere das Chaos- Behalte den Fokus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Bosshard</dc:creator>
  <cp:lastModifiedBy>Matteo Bosshard</cp:lastModifiedBy>
  <cp:revision>2</cp:revision>
  <dcterms:created xsi:type="dcterms:W3CDTF">2026-03-06T09:59:20Z</dcterms:created>
  <dcterms:modified xsi:type="dcterms:W3CDTF">2026-03-06T12:31:27Z</dcterms:modified>
</cp:coreProperties>
</file>