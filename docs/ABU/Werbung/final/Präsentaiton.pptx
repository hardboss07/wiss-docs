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6"/>
  </p:notesMasterIdLst>
  <p:sldIdLst>
    <p:sldId id="296" r:id="rId2"/>
    <p:sldId id="257" r:id="rId3"/>
    <p:sldId id="271" r:id="rId4"/>
    <p:sldId id="297" r:id="rId5"/>
  </p:sldIdLst>
  <p:sldSz cx="9144000" cy="5143500" type="screen16x9"/>
  <p:notesSz cx="6858000" cy="9144000"/>
  <p:embeddedFontLst>
    <p:embeddedFont>
      <p:font typeface="Bahnschrift SemiBold" panose="020B0502040204020203" pitchFamily="34" charset="0"/>
      <p:bold r:id="rId7"/>
    </p:embeddedFont>
    <p:embeddedFont>
      <p:font typeface="Playfair Display" panose="00000500000000000000" pitchFamily="2" charset="0"/>
      <p:regular r:id="rId8"/>
      <p:bold r:id="rId9"/>
      <p:italic r:id="rId10"/>
      <p:boldItalic r:id="rId11"/>
    </p:embeddedFont>
    <p:embeddedFont>
      <p:font typeface="PT Serif" panose="020A0603040505020204" pitchFamily="18"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0B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1B1EF8C-80D7-432A-8A8E-BE115640C814}">
  <a:tblStyle styleId="{71B1EF8C-80D7-432A-8A8E-BE115640C814}"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E8E6813-FC1B-481F-AC74-7B53D04BDA17}"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930" autoAdjust="0"/>
  </p:normalViewPr>
  <p:slideViewPr>
    <p:cSldViewPr snapToGrid="0">
      <p:cViewPr>
        <p:scale>
          <a:sx n="125" d="100"/>
          <a:sy n="125" d="100"/>
        </p:scale>
        <p:origin x="1194"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font" Target="fonts/font9.fntdata"/><Relationship Id="rId10" Type="http://schemas.openxmlformats.org/officeDocument/2006/relationships/font" Target="fonts/font4.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sz="1100" b="0" i="0" u="none" strike="noStrike" cap="none" dirty="0">
                <a:solidFill>
                  <a:srgbClr val="000000"/>
                </a:solidFill>
                <a:effectLst/>
                <a:latin typeface="Arial"/>
                <a:ea typeface="Arial"/>
                <a:cs typeface="Arial"/>
                <a:sym typeface="Arial"/>
              </a:rPr>
              <a:t>„Stellt euch vor, ihr würdet jemandem den Schlüssel zu eurer Wohnung geben, mit der Erlaubnis, jederzeit alle eure Schränke zu durchsuchen. Im echten Leben würden wir das niemals tun. In der digitalen Welt machen wir das jeden Tag.</a:t>
            </a:r>
          </a:p>
          <a:p>
            <a:r>
              <a:rPr lang="de-DE" sz="1100" b="0" i="0" u="none" strike="noStrike" cap="none" dirty="0">
                <a:solidFill>
                  <a:srgbClr val="000000"/>
                </a:solidFill>
                <a:effectLst/>
                <a:latin typeface="Arial"/>
                <a:ea typeface="Arial"/>
                <a:cs typeface="Arial"/>
                <a:sym typeface="Arial"/>
              </a:rPr>
              <a:t>Wenn wir unsere privaten Fotos, Dokumente und Geheimnisse in die Clouds der </a:t>
            </a:r>
            <a:r>
              <a:rPr lang="de-DE" sz="1100" b="0" i="0" u="none" strike="noStrike" cap="none" dirty="0" err="1">
                <a:solidFill>
                  <a:srgbClr val="000000"/>
                </a:solidFill>
                <a:effectLst/>
                <a:latin typeface="Arial"/>
                <a:ea typeface="Arial"/>
                <a:cs typeface="Arial"/>
                <a:sym typeface="Arial"/>
              </a:rPr>
              <a:t>grossen</a:t>
            </a:r>
            <a:r>
              <a:rPr lang="de-DE" sz="1100" b="0" i="0" u="none" strike="noStrike" cap="none" dirty="0">
                <a:solidFill>
                  <a:srgbClr val="000000"/>
                </a:solidFill>
                <a:effectLst/>
                <a:latin typeface="Arial"/>
                <a:ea typeface="Arial"/>
                <a:cs typeface="Arial"/>
                <a:sym typeface="Arial"/>
              </a:rPr>
              <a:t> Tech-Konzerne hochladen, zahlen wir mit unseren Daten. Die Konzerne scannen unsere Dateien, trainieren damit Algorithmen und machen uns zum Produkt. Wir sind </a:t>
            </a:r>
            <a:r>
              <a:rPr lang="de-DE" sz="1100" b="1" i="0" u="none" strike="noStrike" cap="none" dirty="0">
                <a:solidFill>
                  <a:srgbClr val="000000"/>
                </a:solidFill>
                <a:effectLst/>
                <a:latin typeface="Arial"/>
                <a:ea typeface="Arial"/>
                <a:cs typeface="Arial"/>
                <a:sym typeface="Arial"/>
              </a:rPr>
              <a:t>abhängig</a:t>
            </a:r>
            <a:r>
              <a:rPr lang="de-DE" sz="1100" b="0" i="0" u="none" strike="noStrike" cap="none" dirty="0">
                <a:solidFill>
                  <a:srgbClr val="000000"/>
                </a:solidFill>
                <a:effectLst/>
                <a:latin typeface="Arial"/>
                <a:ea typeface="Arial"/>
                <a:cs typeface="Arial"/>
                <a:sym typeface="Arial"/>
              </a:rPr>
              <a:t> und </a:t>
            </a:r>
            <a:r>
              <a:rPr lang="de-DE" sz="1100" b="1" i="0" u="none" strike="noStrike" cap="none" dirty="0">
                <a:solidFill>
                  <a:srgbClr val="000000"/>
                </a:solidFill>
                <a:effectLst/>
                <a:latin typeface="Arial"/>
                <a:ea typeface="Arial"/>
                <a:cs typeface="Arial"/>
                <a:sym typeface="Arial"/>
              </a:rPr>
              <a:t>gläsern</a:t>
            </a:r>
            <a:r>
              <a:rPr lang="de-DE" sz="1100" b="0" i="0" u="none" strike="noStrike" cap="none" dirty="0">
                <a:solidFill>
                  <a:srgbClr val="000000"/>
                </a:solidFill>
                <a:effectLst/>
                <a:latin typeface="Arial"/>
                <a:ea typeface="Arial"/>
                <a:cs typeface="Arial"/>
                <a:sym typeface="Arial"/>
              </a:rPr>
              <a:t>. Genau dieses Gefühl des Kontrollverlusts ist der Ausgangspunkt für unser Projekt.“</a:t>
            </a:r>
          </a:p>
        </p:txBody>
      </p:sp>
    </p:spTree>
    <p:extLst>
      <p:ext uri="{BB962C8B-B14F-4D97-AF65-F5344CB8AC3E}">
        <p14:creationId xmlns:p14="http://schemas.microsoft.com/office/powerpoint/2010/main" val="650092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de-DE" sz="1100" b="0" i="0" u="none" strike="noStrike" cap="none" dirty="0">
                <a:solidFill>
                  <a:srgbClr val="000000"/>
                </a:solidFill>
                <a:effectLst/>
                <a:latin typeface="Arial"/>
                <a:ea typeface="Arial"/>
                <a:cs typeface="Arial"/>
                <a:sym typeface="Arial"/>
              </a:rPr>
              <a:t>„Und genau hier setzen wir an. Darf ich vorstellen: </a:t>
            </a:r>
            <a:r>
              <a:rPr lang="de-DE" sz="1100" b="1" i="0" u="none" strike="noStrike" cap="none" dirty="0" err="1">
                <a:solidFill>
                  <a:srgbClr val="000000"/>
                </a:solidFill>
                <a:effectLst/>
                <a:latin typeface="Arial"/>
                <a:ea typeface="Arial"/>
                <a:cs typeface="Arial"/>
                <a:sym typeface="Arial"/>
              </a:rPr>
              <a:t>storable</a:t>
            </a:r>
            <a:r>
              <a:rPr lang="de-DE" sz="1100" b="1" i="0" u="none" strike="noStrike" cap="none" dirty="0">
                <a:solidFill>
                  <a:srgbClr val="000000"/>
                </a:solidFill>
                <a:effectLst/>
                <a:latin typeface="Arial"/>
                <a:ea typeface="Arial"/>
                <a:cs typeface="Arial"/>
                <a:sym typeface="Arial"/>
              </a:rPr>
              <a:t>.</a:t>
            </a:r>
            <a:r>
              <a:rPr lang="de-DE" sz="1100" b="0" i="0" u="none" strike="noStrike" cap="none" dirty="0">
                <a:solidFill>
                  <a:srgbClr val="000000"/>
                </a:solidFill>
                <a:effectLst/>
                <a:latin typeface="Arial"/>
                <a:ea typeface="Arial"/>
                <a:cs typeface="Arial"/>
                <a:sym typeface="Arial"/>
              </a:rPr>
              <a:t> </a:t>
            </a:r>
          </a:p>
          <a:p>
            <a:r>
              <a:rPr lang="de-DE" sz="1100" b="0" i="0" u="none" strike="noStrike" cap="none" dirty="0">
                <a:solidFill>
                  <a:srgbClr val="000000"/>
                </a:solidFill>
                <a:effectLst/>
                <a:latin typeface="Arial"/>
                <a:ea typeface="Arial"/>
                <a:cs typeface="Arial"/>
                <a:sym typeface="Arial"/>
              </a:rPr>
              <a:t>Auf unserem Werbeplakat seht ihr links die dunkle, unübersichtliche Welt der 'Big Tech Cloud' - symbolisiert durch die Wolke, die alles sieht. Doch wir lenken den Blick sofort auf die rechte Seite, in die Helligkeit: Die Lösung. </a:t>
            </a:r>
          </a:p>
          <a:p>
            <a:r>
              <a:rPr lang="de-DE" sz="1100" b="0" i="0" u="none" strike="noStrike" cap="none" dirty="0">
                <a:solidFill>
                  <a:srgbClr val="000000"/>
                </a:solidFill>
                <a:effectLst/>
                <a:latin typeface="Arial"/>
                <a:ea typeface="Arial"/>
                <a:cs typeface="Arial"/>
                <a:sym typeface="Arial"/>
              </a:rPr>
              <a:t>Der aufgeräumte Screenshot zeigt die </a:t>
            </a:r>
            <a:r>
              <a:rPr lang="de-DE" sz="1100" b="0" i="0" u="none" strike="noStrike" cap="none" dirty="0" err="1">
                <a:solidFill>
                  <a:srgbClr val="000000"/>
                </a:solidFill>
                <a:effectLst/>
                <a:latin typeface="Arial"/>
                <a:ea typeface="Arial"/>
                <a:cs typeface="Arial"/>
                <a:sym typeface="Arial"/>
              </a:rPr>
              <a:t>storable</a:t>
            </a:r>
            <a:r>
              <a:rPr lang="de-DE" sz="1100" b="0" i="0" u="none" strike="noStrike" cap="none" dirty="0">
                <a:solidFill>
                  <a:srgbClr val="000000"/>
                </a:solidFill>
                <a:effectLst/>
                <a:latin typeface="Arial"/>
                <a:ea typeface="Arial"/>
                <a:cs typeface="Arial"/>
                <a:sym typeface="Arial"/>
              </a:rPr>
              <a:t>-Oberfläche. </a:t>
            </a:r>
            <a:r>
              <a:rPr lang="de-DE" sz="1100" b="0" i="0" u="none" strike="noStrike" cap="none" dirty="0" err="1">
                <a:solidFill>
                  <a:srgbClr val="000000"/>
                </a:solidFill>
                <a:effectLst/>
                <a:latin typeface="Arial"/>
                <a:ea typeface="Arial"/>
                <a:cs typeface="Arial"/>
                <a:sym typeface="Arial"/>
              </a:rPr>
              <a:t>storable</a:t>
            </a:r>
            <a:r>
              <a:rPr lang="de-DE" sz="1100" b="0" i="0" u="none" strike="noStrike" cap="none" dirty="0">
                <a:solidFill>
                  <a:srgbClr val="000000"/>
                </a:solidFill>
                <a:effectLst/>
                <a:latin typeface="Arial"/>
                <a:ea typeface="Arial"/>
                <a:cs typeface="Arial"/>
                <a:sym typeface="Arial"/>
              </a:rPr>
              <a:t> ist eine Private-Cloud-Lösung. Das bedeutet: Keine Serverfarmen in Übersee, sondern echte Kontrolle. Eure Daten liegen physisch bei euch zu Hause. Das Design strahlt genau das aus, was wir versprechen: Es ist </a:t>
            </a:r>
            <a:r>
              <a:rPr lang="de-DE" sz="1100" b="1" i="0" u="none" strike="noStrike" cap="none" dirty="0">
                <a:solidFill>
                  <a:srgbClr val="000000"/>
                </a:solidFill>
                <a:effectLst/>
                <a:latin typeface="Arial"/>
                <a:ea typeface="Arial"/>
                <a:cs typeface="Arial"/>
                <a:sym typeface="Arial"/>
              </a:rPr>
              <a:t>souverän und sicher</a:t>
            </a:r>
            <a:r>
              <a:rPr lang="de-DE" sz="1100" b="0" i="0" u="none" strike="noStrike" cap="none" dirty="0">
                <a:solidFill>
                  <a:srgbClr val="000000"/>
                </a:solidFill>
                <a:effectLst/>
                <a:latin typeface="Arial"/>
                <a:ea typeface="Arial"/>
                <a:cs typeface="Arial"/>
                <a:sym typeface="Arial"/>
              </a:rPr>
              <a:t>.“</a:t>
            </a:r>
          </a:p>
          <a:p>
            <a:pPr marL="139700" indent="0">
              <a:buNone/>
            </a:pPr>
            <a:endParaRPr lang="de-DE" sz="1100" b="0" i="0" u="none" strike="noStrike" cap="none" dirty="0">
              <a:solidFill>
                <a:srgbClr val="000000"/>
              </a:solidFill>
              <a:effectLst/>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de-DE" sz="1100" b="0" i="0" u="none" strike="noStrike" cap="none" dirty="0">
                <a:solidFill>
                  <a:srgbClr val="000000"/>
                </a:solidFill>
                <a:effectLst/>
                <a:latin typeface="Arial"/>
                <a:ea typeface="Arial"/>
                <a:cs typeface="Arial"/>
                <a:sym typeface="Arial"/>
              </a:rPr>
              <a:t>„Um unsere Zielgruppe zu erreichen, haben wir das Plakat nach der Struktur der Heldenreise und der Kommunikationspsychologie von Schulz von Thun aufgebaut.</a:t>
            </a:r>
          </a:p>
          <a:p>
            <a:r>
              <a:rPr lang="de-DE" sz="1100" b="0" i="0" u="none" strike="noStrike" cap="none" dirty="0">
                <a:solidFill>
                  <a:srgbClr val="000000"/>
                </a:solidFill>
                <a:effectLst/>
                <a:latin typeface="Arial"/>
                <a:ea typeface="Arial"/>
                <a:cs typeface="Arial"/>
                <a:sym typeface="Arial"/>
              </a:rPr>
              <a:t>Wir sehen unsere Nutzer nicht als </a:t>
            </a:r>
            <a:r>
              <a:rPr lang="de-DE" sz="1100" b="0" i="0" u="none" strike="noStrike" cap="none" dirty="0" err="1">
                <a:solidFill>
                  <a:srgbClr val="000000"/>
                </a:solidFill>
                <a:effectLst/>
                <a:latin typeface="Arial"/>
                <a:ea typeface="Arial"/>
                <a:cs typeface="Arial"/>
                <a:sym typeface="Arial"/>
              </a:rPr>
              <a:t>blosse</a:t>
            </a:r>
            <a:r>
              <a:rPr lang="de-DE" sz="1100" b="0" i="0" u="none" strike="noStrike" cap="none" dirty="0">
                <a:solidFill>
                  <a:srgbClr val="000000"/>
                </a:solidFill>
                <a:effectLst/>
                <a:latin typeface="Arial"/>
                <a:ea typeface="Arial"/>
                <a:cs typeface="Arial"/>
                <a:sym typeface="Arial"/>
              </a:rPr>
              <a:t> Konsumenten, sondern als die </a:t>
            </a:r>
            <a:r>
              <a:rPr lang="de-DE" sz="1100" b="1" i="0" u="none" strike="noStrike" cap="none" dirty="0">
                <a:solidFill>
                  <a:srgbClr val="000000"/>
                </a:solidFill>
                <a:effectLst/>
                <a:latin typeface="Arial"/>
                <a:ea typeface="Arial"/>
                <a:cs typeface="Arial"/>
                <a:sym typeface="Arial"/>
              </a:rPr>
              <a:t>Helden</a:t>
            </a:r>
            <a:r>
              <a:rPr lang="de-DE" sz="1100" b="0" i="0" u="none" strike="noStrike" cap="none" dirty="0">
                <a:solidFill>
                  <a:srgbClr val="000000"/>
                </a:solidFill>
                <a:effectLst/>
                <a:latin typeface="Arial"/>
                <a:ea typeface="Arial"/>
                <a:cs typeface="Arial"/>
                <a:sym typeface="Arial"/>
              </a:rPr>
              <a:t> ihrer eigenen digitalen Welt - wir nennen sie die 'souveränen </a:t>
            </a:r>
            <a:r>
              <a:rPr lang="de-DE" sz="1100" b="0" i="0" u="none" strike="noStrike" cap="none" dirty="0" err="1">
                <a:solidFill>
                  <a:srgbClr val="000000"/>
                </a:solidFill>
                <a:effectLst/>
                <a:latin typeface="Arial"/>
                <a:ea typeface="Arial"/>
                <a:cs typeface="Arial"/>
                <a:sym typeface="Arial"/>
              </a:rPr>
              <a:t>Digitalisten</a:t>
            </a:r>
            <a:r>
              <a:rPr lang="de-DE" sz="1100" b="0" i="0" u="none" strike="noStrike" cap="none" dirty="0">
                <a:solidFill>
                  <a:srgbClr val="000000"/>
                </a:solidFill>
                <a:effectLst/>
                <a:latin typeface="Arial"/>
                <a:ea typeface="Arial"/>
                <a:cs typeface="Arial"/>
                <a:sym typeface="Arial"/>
              </a:rPr>
              <a:t>'. </a:t>
            </a:r>
            <a:r>
              <a:rPr lang="de-DE" sz="1100" b="0" i="0" u="none" strike="noStrike" cap="none" dirty="0" err="1">
                <a:solidFill>
                  <a:srgbClr val="000000"/>
                </a:solidFill>
                <a:effectLst/>
                <a:latin typeface="Arial"/>
                <a:ea typeface="Arial"/>
                <a:cs typeface="Arial"/>
                <a:sym typeface="Arial"/>
              </a:rPr>
              <a:t>storable</a:t>
            </a:r>
            <a:r>
              <a:rPr lang="de-DE" sz="1100" b="0" i="0" u="none" strike="noStrike" cap="none" dirty="0">
                <a:solidFill>
                  <a:srgbClr val="000000"/>
                </a:solidFill>
                <a:effectLst/>
                <a:latin typeface="Arial"/>
                <a:ea typeface="Arial"/>
                <a:cs typeface="Arial"/>
                <a:sym typeface="Arial"/>
              </a:rPr>
              <a:t> ist dabei nur der </a:t>
            </a:r>
            <a:r>
              <a:rPr lang="de-DE" sz="1100" b="1" i="0" u="none" strike="noStrike" cap="none" dirty="0">
                <a:solidFill>
                  <a:srgbClr val="000000"/>
                </a:solidFill>
                <a:effectLst/>
                <a:latin typeface="Arial"/>
                <a:ea typeface="Arial"/>
                <a:cs typeface="Arial"/>
                <a:sym typeface="Arial"/>
              </a:rPr>
              <a:t>Mentor.</a:t>
            </a:r>
            <a:r>
              <a:rPr lang="de-DE" sz="1100" b="0" i="0" u="none" strike="noStrike" cap="none" dirty="0">
                <a:solidFill>
                  <a:srgbClr val="000000"/>
                </a:solidFill>
                <a:effectLst/>
                <a:latin typeface="Arial"/>
                <a:ea typeface="Arial"/>
                <a:cs typeface="Arial"/>
                <a:sym typeface="Arial"/>
              </a:rPr>
              <a:t> Wir spielen uns nicht als Retter auf, sondern reichen dem Helden lediglich das Werkzeug, um sich selbst zu befreien. Das Elixier, das er am Ende gewinnt, ist </a:t>
            </a:r>
            <a:r>
              <a:rPr lang="de-DE" sz="1100" b="1" i="0" u="none" strike="noStrike" cap="none" dirty="0">
                <a:solidFill>
                  <a:srgbClr val="000000"/>
                </a:solidFill>
                <a:effectLst/>
                <a:latin typeface="Arial"/>
                <a:ea typeface="Arial"/>
                <a:cs typeface="Arial"/>
                <a:sym typeface="Arial"/>
              </a:rPr>
              <a:t>digitale Unantastbarkeit.</a:t>
            </a:r>
            <a:r>
              <a:rPr lang="de-DE" sz="1100" b="0" i="0" u="none" strike="noStrike" cap="none" dirty="0">
                <a:solidFill>
                  <a:srgbClr val="000000"/>
                </a:solidFill>
                <a:effectLst/>
                <a:latin typeface="Arial"/>
                <a:ea typeface="Arial"/>
                <a:cs typeface="Arial"/>
                <a:sym typeface="Arial"/>
              </a:rPr>
              <a:t> </a:t>
            </a:r>
          </a:p>
          <a:p>
            <a:r>
              <a:rPr lang="de-DE" sz="1100" b="0" i="0" u="none" strike="noStrike" cap="none" dirty="0">
                <a:solidFill>
                  <a:srgbClr val="000000"/>
                </a:solidFill>
                <a:effectLst/>
                <a:latin typeface="Arial"/>
                <a:ea typeface="Arial"/>
                <a:cs typeface="Arial"/>
                <a:sym typeface="Arial"/>
              </a:rPr>
              <a:t>Deshalb kommunizieren wir auf dem Plakat primär über das </a:t>
            </a:r>
            <a:r>
              <a:rPr lang="de-DE" sz="1100" b="1" i="0" u="none" strike="noStrike" cap="none" dirty="0">
                <a:solidFill>
                  <a:srgbClr val="000000"/>
                </a:solidFill>
                <a:effectLst/>
                <a:latin typeface="Arial"/>
                <a:ea typeface="Arial"/>
                <a:cs typeface="Arial"/>
                <a:sym typeface="Arial"/>
              </a:rPr>
              <a:t>Appell-Ohr</a:t>
            </a:r>
            <a:r>
              <a:rPr lang="de-DE" sz="1100" b="0" i="0" u="none" strike="noStrike" cap="none" dirty="0">
                <a:solidFill>
                  <a:srgbClr val="000000"/>
                </a:solidFill>
                <a:effectLst/>
                <a:latin typeface="Arial"/>
                <a:ea typeface="Arial"/>
                <a:cs typeface="Arial"/>
                <a:sym typeface="Arial"/>
              </a:rPr>
              <a:t>. Wir sagen nicht einfach 'Wir sind toll', sondern wir fordern aktiv auf: 'Hol dir die Macht zurück.'“</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08E6A-AB65-6578-D58E-D3109F4C919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D737A1F-9ADD-8326-50C7-F2AFF322E964}"/>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6E8A7B2F-BBFE-1277-44FB-D1D1AF89BC0B}"/>
              </a:ext>
            </a:extLst>
          </p:cNvPr>
          <p:cNvSpPr>
            <a:spLocks noGrp="1"/>
          </p:cNvSpPr>
          <p:nvPr>
            <p:ph type="body" idx="1"/>
          </p:nvPr>
        </p:nvSpPr>
        <p:spPr/>
        <p:txBody>
          <a:bodyPr/>
          <a:lstStyle/>
          <a:p>
            <a:r>
              <a:rPr lang="de-DE" sz="1100" b="0" i="0" u="none" strike="noStrike" cap="none" dirty="0">
                <a:solidFill>
                  <a:srgbClr val="000000"/>
                </a:solidFill>
                <a:effectLst/>
                <a:latin typeface="Arial"/>
                <a:ea typeface="Arial"/>
                <a:cs typeface="Arial"/>
                <a:sym typeface="Arial"/>
              </a:rPr>
              <a:t>„Wir haben die visuelle und textliche Ebene so verzahnt, dass am Ende nur eine einzige logische Schlussfolgerung bleibt. Das Unbehagen gegenüber Big Tech wird durch </a:t>
            </a:r>
            <a:r>
              <a:rPr lang="de-DE" sz="1100" b="0" i="0" u="none" strike="noStrike" cap="none" dirty="0" err="1">
                <a:solidFill>
                  <a:srgbClr val="000000"/>
                </a:solidFill>
                <a:effectLst/>
                <a:latin typeface="Arial"/>
                <a:ea typeface="Arial"/>
                <a:cs typeface="Arial"/>
                <a:sym typeface="Arial"/>
              </a:rPr>
              <a:t>storable</a:t>
            </a:r>
            <a:r>
              <a:rPr lang="de-DE" sz="1100" b="0" i="0" u="none" strike="noStrike" cap="none" dirty="0">
                <a:solidFill>
                  <a:srgbClr val="000000"/>
                </a:solidFill>
                <a:effectLst/>
                <a:latin typeface="Arial"/>
                <a:ea typeface="Arial"/>
                <a:cs typeface="Arial"/>
                <a:sym typeface="Arial"/>
              </a:rPr>
              <a:t> in ein Gefühl von Stolz und Unabhängigkeit verwandelt. </a:t>
            </a:r>
          </a:p>
          <a:p>
            <a:r>
              <a:rPr lang="de-DE" sz="1100" b="0" i="0" u="none" strike="noStrike" cap="none" dirty="0">
                <a:solidFill>
                  <a:srgbClr val="000000"/>
                </a:solidFill>
                <a:effectLst/>
                <a:latin typeface="Arial"/>
                <a:ea typeface="Arial"/>
                <a:cs typeface="Arial"/>
                <a:sym typeface="Arial"/>
              </a:rPr>
              <a:t>Deine Daten sind zu wichtig, um sie Konzernen anzuvertrauen. Die Zeit der Kompromisse ist vorbei.</a:t>
            </a:r>
          </a:p>
          <a:p>
            <a:r>
              <a:rPr lang="de-DE" sz="1100" b="1" i="0" u="none" strike="noStrike" cap="none" dirty="0">
                <a:solidFill>
                  <a:srgbClr val="000000"/>
                </a:solidFill>
                <a:effectLst/>
                <a:latin typeface="Arial"/>
                <a:ea typeface="Arial"/>
                <a:cs typeface="Arial"/>
                <a:sym typeface="Arial"/>
              </a:rPr>
              <a:t>Deine Daten. Dein Server. Deine Regeln.</a:t>
            </a:r>
            <a:r>
              <a:rPr lang="de-DE" sz="1100" b="0" i="0" u="none" strike="noStrike" cap="none" dirty="0">
                <a:solidFill>
                  <a:srgbClr val="000000"/>
                </a:solidFill>
                <a:effectLst/>
                <a:latin typeface="Arial"/>
                <a:ea typeface="Arial"/>
                <a:cs typeface="Arial"/>
                <a:sym typeface="Arial"/>
              </a:rPr>
              <a:t> &gt; Hoste deine Welt. Mit </a:t>
            </a:r>
            <a:r>
              <a:rPr lang="de-DE" sz="1100" b="0" i="0" u="none" strike="noStrike" cap="none" dirty="0" err="1">
                <a:solidFill>
                  <a:srgbClr val="000000"/>
                </a:solidFill>
                <a:effectLst/>
                <a:latin typeface="Arial"/>
                <a:ea typeface="Arial"/>
                <a:cs typeface="Arial"/>
                <a:sym typeface="Arial"/>
              </a:rPr>
              <a:t>storable</a:t>
            </a:r>
            <a:r>
              <a:rPr lang="de-DE" sz="1100" b="0" i="0" u="none" strike="noStrike" cap="none" dirty="0">
                <a:solidFill>
                  <a:srgbClr val="000000"/>
                </a:solidFill>
                <a:effectLst/>
                <a:latin typeface="Arial"/>
                <a:ea typeface="Arial"/>
                <a:cs typeface="Arial"/>
                <a:sym typeface="Arial"/>
              </a:rPr>
              <a:t>. </a:t>
            </a:r>
          </a:p>
          <a:p>
            <a:r>
              <a:rPr lang="de-DE" sz="1100" b="0" i="0" u="none" strike="noStrike" cap="none" dirty="0">
                <a:solidFill>
                  <a:srgbClr val="000000"/>
                </a:solidFill>
                <a:effectLst/>
                <a:latin typeface="Arial"/>
                <a:ea typeface="Arial"/>
                <a:cs typeface="Arial"/>
                <a:sym typeface="Arial"/>
              </a:rPr>
              <a:t>Vielen Dank.“</a:t>
            </a:r>
          </a:p>
        </p:txBody>
      </p:sp>
    </p:spTree>
    <p:extLst>
      <p:ext uri="{BB962C8B-B14F-4D97-AF65-F5344CB8AC3E}">
        <p14:creationId xmlns:p14="http://schemas.microsoft.com/office/powerpoint/2010/main" val="1849204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0000"/>
        </a:solid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768800" y="1991813"/>
            <a:ext cx="5606400" cy="1159800"/>
          </a:xfrm>
          <a:prstGeom prst="rect">
            <a:avLst/>
          </a:prstGeom>
        </p:spPr>
        <p:txBody>
          <a:bodyPr spcFirstLastPara="1" wrap="square" lIns="91425" tIns="91425" rIns="91425" bIns="91425" anchor="ctr" anchorCtr="0">
            <a:noAutofit/>
          </a:bodyPr>
          <a:lstStyle>
            <a:lvl1pPr lvl="0" algn="ctr">
              <a:spcBef>
                <a:spcPts val="0"/>
              </a:spcBef>
              <a:spcAft>
                <a:spcPts val="0"/>
              </a:spcAft>
              <a:buClr>
                <a:srgbClr val="FFFFFF"/>
              </a:buClr>
              <a:buSzPts val="3600"/>
              <a:buNone/>
              <a:defRPr sz="3600">
                <a:solidFill>
                  <a:srgbClr val="FFFFFF"/>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88955" y="338306"/>
            <a:ext cx="8366100" cy="762600"/>
          </a:xfrm>
          <a:prstGeom prst="rect">
            <a:avLst/>
          </a:prstGeom>
        </p:spPr>
        <p:txBody>
          <a:bodyPr spcFirstLastPara="1" wrap="square" lIns="91425" tIns="91425" rIns="91425" bIns="91425" anchor="ctr" anchorCtr="0">
            <a:noAutofit/>
          </a:bodyPr>
          <a:lstStyle>
            <a:lvl1pPr lvl="0">
              <a:spcBef>
                <a:spcPts val="0"/>
              </a:spcBef>
              <a:spcAft>
                <a:spcPts val="0"/>
              </a:spcAft>
              <a:buSzPts val="1600"/>
              <a:buNone/>
              <a:defRPr>
                <a:highlight>
                  <a:srgbClr val="F3F3F3"/>
                </a:highlight>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sp>
        <p:nvSpPr>
          <p:cNvPr id="28" name="Google Shape;28;p6"/>
          <p:cNvSpPr txBox="1">
            <a:spLocks noGrp="1"/>
          </p:cNvSpPr>
          <p:nvPr>
            <p:ph type="body" idx="1"/>
          </p:nvPr>
        </p:nvSpPr>
        <p:spPr>
          <a:xfrm>
            <a:off x="970212" y="1200150"/>
            <a:ext cx="3496500" cy="294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29" name="Google Shape;29;p6"/>
          <p:cNvSpPr txBox="1">
            <a:spLocks noGrp="1"/>
          </p:cNvSpPr>
          <p:nvPr>
            <p:ph type="body" idx="2"/>
          </p:nvPr>
        </p:nvSpPr>
        <p:spPr>
          <a:xfrm>
            <a:off x="4677288" y="1200150"/>
            <a:ext cx="3496500" cy="294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0" name="Google Shape;30;p6"/>
          <p:cNvSpPr txBox="1">
            <a:spLocks noGrp="1"/>
          </p:cNvSpPr>
          <p:nvPr>
            <p:ph type="sldNum" idx="12"/>
          </p:nvPr>
        </p:nvSpPr>
        <p:spPr>
          <a:xfrm>
            <a:off x="4297650" y="4419838"/>
            <a:ext cx="548700" cy="393600"/>
          </a:xfrm>
          <a:prstGeom prst="rect">
            <a:avLst/>
          </a:prstGeom>
        </p:spPr>
        <p:txBody>
          <a:bodyPr spcFirstLastPara="1" wrap="square" lIns="91425" tIns="91425" rIns="91425" bIns="91425"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black">
  <p:cSld name="BLANK_1">
    <p:bg>
      <p:bgPr>
        <a:solidFill>
          <a:srgbClr val="000000"/>
        </a:solidFill>
        <a:effectLst/>
      </p:bgPr>
    </p:bg>
    <p:spTree>
      <p:nvGrpSpPr>
        <p:cNvPr id="1" name="Shape 45"/>
        <p:cNvGrpSpPr/>
        <p:nvPr/>
      </p:nvGrpSpPr>
      <p:grpSpPr>
        <a:xfrm>
          <a:off x="0" y="0"/>
          <a:ext cx="0" cy="0"/>
          <a:chOff x="0" y="0"/>
          <a:chExt cx="0" cy="0"/>
        </a:xfrm>
      </p:grpSpPr>
      <p:sp>
        <p:nvSpPr>
          <p:cNvPr id="46" name="Google Shape;46;p11"/>
          <p:cNvSpPr txBox="1">
            <a:spLocks noGrp="1"/>
          </p:cNvSpPr>
          <p:nvPr>
            <p:ph type="sldNum" idx="12"/>
          </p:nvPr>
        </p:nvSpPr>
        <p:spPr>
          <a:xfrm>
            <a:off x="4297650" y="4419838"/>
            <a:ext cx="548700" cy="393600"/>
          </a:xfrm>
          <a:prstGeom prst="rect">
            <a:avLst/>
          </a:prstGeom>
        </p:spPr>
        <p:txBody>
          <a:bodyPr spcFirstLastPara="1" wrap="square" lIns="91425" tIns="91425" rIns="91425" bIns="91425"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222625" y="226575"/>
            <a:ext cx="8698800" cy="4690200"/>
          </a:xfrm>
          <a:prstGeom prst="rect">
            <a:avLst/>
          </a:prstGeom>
          <a:noFill/>
          <a:ln w="28575" cap="flat" cmpd="sng">
            <a:solidFill>
              <a:srgbClr val="D9D9D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p1"/>
          <p:cNvSpPr/>
          <p:nvPr/>
        </p:nvSpPr>
        <p:spPr>
          <a:xfrm>
            <a:off x="288000" y="288125"/>
            <a:ext cx="8567700" cy="4567200"/>
          </a:xfrm>
          <a:prstGeom prst="rect">
            <a:avLst/>
          </a:prstGeom>
          <a:noFill/>
          <a:ln w="9525" cap="flat" cmpd="sng">
            <a:solidFill>
              <a:srgbClr val="D9D9D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txBox="1">
            <a:spLocks noGrp="1"/>
          </p:cNvSpPr>
          <p:nvPr>
            <p:ph type="title"/>
          </p:nvPr>
        </p:nvSpPr>
        <p:spPr>
          <a:xfrm>
            <a:off x="388955" y="338306"/>
            <a:ext cx="8366100" cy="762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1600"/>
              <a:buFont typeface="Playfair Display"/>
              <a:buNone/>
              <a:defRPr sz="16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1600"/>
              <a:buFont typeface="Playfair Display"/>
              <a:buNone/>
              <a:defRPr sz="1600">
                <a:solidFill>
                  <a:schemeClr val="dk1"/>
                </a:solidFill>
                <a:latin typeface="Playfair Display"/>
                <a:ea typeface="Playfair Display"/>
                <a:cs typeface="Playfair Display"/>
                <a:sym typeface="Playfair Display"/>
              </a:defRPr>
            </a:lvl2pPr>
            <a:lvl3pPr lvl="2" algn="ctr">
              <a:spcBef>
                <a:spcPts val="0"/>
              </a:spcBef>
              <a:spcAft>
                <a:spcPts val="0"/>
              </a:spcAft>
              <a:buClr>
                <a:schemeClr val="dk1"/>
              </a:buClr>
              <a:buSzPts val="1600"/>
              <a:buFont typeface="Playfair Display"/>
              <a:buNone/>
              <a:defRPr sz="1600">
                <a:solidFill>
                  <a:schemeClr val="dk1"/>
                </a:solidFill>
                <a:latin typeface="Playfair Display"/>
                <a:ea typeface="Playfair Display"/>
                <a:cs typeface="Playfair Display"/>
                <a:sym typeface="Playfair Display"/>
              </a:defRPr>
            </a:lvl3pPr>
            <a:lvl4pPr lvl="3" algn="ctr">
              <a:spcBef>
                <a:spcPts val="0"/>
              </a:spcBef>
              <a:spcAft>
                <a:spcPts val="0"/>
              </a:spcAft>
              <a:buClr>
                <a:schemeClr val="dk1"/>
              </a:buClr>
              <a:buSzPts val="1600"/>
              <a:buFont typeface="Playfair Display"/>
              <a:buNone/>
              <a:defRPr sz="1600">
                <a:solidFill>
                  <a:schemeClr val="dk1"/>
                </a:solidFill>
                <a:latin typeface="Playfair Display"/>
                <a:ea typeface="Playfair Display"/>
                <a:cs typeface="Playfair Display"/>
                <a:sym typeface="Playfair Display"/>
              </a:defRPr>
            </a:lvl4pPr>
            <a:lvl5pPr lvl="4" algn="ctr">
              <a:spcBef>
                <a:spcPts val="0"/>
              </a:spcBef>
              <a:spcAft>
                <a:spcPts val="0"/>
              </a:spcAft>
              <a:buClr>
                <a:schemeClr val="dk1"/>
              </a:buClr>
              <a:buSzPts val="1600"/>
              <a:buFont typeface="Playfair Display"/>
              <a:buNone/>
              <a:defRPr sz="1600">
                <a:solidFill>
                  <a:schemeClr val="dk1"/>
                </a:solidFill>
                <a:latin typeface="Playfair Display"/>
                <a:ea typeface="Playfair Display"/>
                <a:cs typeface="Playfair Display"/>
                <a:sym typeface="Playfair Display"/>
              </a:defRPr>
            </a:lvl5pPr>
            <a:lvl6pPr lvl="5" algn="ctr">
              <a:spcBef>
                <a:spcPts val="0"/>
              </a:spcBef>
              <a:spcAft>
                <a:spcPts val="0"/>
              </a:spcAft>
              <a:buClr>
                <a:schemeClr val="dk1"/>
              </a:buClr>
              <a:buSzPts val="1600"/>
              <a:buFont typeface="Playfair Display"/>
              <a:buNone/>
              <a:defRPr sz="1600">
                <a:solidFill>
                  <a:schemeClr val="dk1"/>
                </a:solidFill>
                <a:latin typeface="Playfair Display"/>
                <a:ea typeface="Playfair Display"/>
                <a:cs typeface="Playfair Display"/>
                <a:sym typeface="Playfair Display"/>
              </a:defRPr>
            </a:lvl6pPr>
            <a:lvl7pPr lvl="6" algn="ctr">
              <a:spcBef>
                <a:spcPts val="0"/>
              </a:spcBef>
              <a:spcAft>
                <a:spcPts val="0"/>
              </a:spcAft>
              <a:buClr>
                <a:schemeClr val="dk1"/>
              </a:buClr>
              <a:buSzPts val="1600"/>
              <a:buFont typeface="Playfair Display"/>
              <a:buNone/>
              <a:defRPr sz="1600">
                <a:solidFill>
                  <a:schemeClr val="dk1"/>
                </a:solidFill>
                <a:latin typeface="Playfair Display"/>
                <a:ea typeface="Playfair Display"/>
                <a:cs typeface="Playfair Display"/>
                <a:sym typeface="Playfair Display"/>
              </a:defRPr>
            </a:lvl7pPr>
            <a:lvl8pPr lvl="7" algn="ctr">
              <a:spcBef>
                <a:spcPts val="0"/>
              </a:spcBef>
              <a:spcAft>
                <a:spcPts val="0"/>
              </a:spcAft>
              <a:buClr>
                <a:schemeClr val="dk1"/>
              </a:buClr>
              <a:buSzPts val="1600"/>
              <a:buFont typeface="Playfair Display"/>
              <a:buNone/>
              <a:defRPr sz="1600">
                <a:solidFill>
                  <a:schemeClr val="dk1"/>
                </a:solidFill>
                <a:latin typeface="Playfair Display"/>
                <a:ea typeface="Playfair Display"/>
                <a:cs typeface="Playfair Display"/>
                <a:sym typeface="Playfair Display"/>
              </a:defRPr>
            </a:lvl8pPr>
            <a:lvl9pPr lvl="8" algn="ctr">
              <a:spcBef>
                <a:spcPts val="0"/>
              </a:spcBef>
              <a:spcAft>
                <a:spcPts val="0"/>
              </a:spcAft>
              <a:buClr>
                <a:schemeClr val="dk1"/>
              </a:buClr>
              <a:buSzPts val="1600"/>
              <a:buFont typeface="Playfair Display"/>
              <a:buNone/>
              <a:defRPr sz="1600">
                <a:solidFill>
                  <a:schemeClr val="dk1"/>
                </a:solidFill>
                <a:latin typeface="Playfair Display"/>
                <a:ea typeface="Playfair Display"/>
                <a:cs typeface="Playfair Display"/>
                <a:sym typeface="Playfair Display"/>
              </a:defRPr>
            </a:lvl9pPr>
          </a:lstStyle>
          <a:p>
            <a:endParaRPr/>
          </a:p>
        </p:txBody>
      </p:sp>
      <p:sp>
        <p:nvSpPr>
          <p:cNvPr id="9" name="Google Shape;9;p1"/>
          <p:cNvSpPr txBox="1">
            <a:spLocks noGrp="1"/>
          </p:cNvSpPr>
          <p:nvPr>
            <p:ph type="body" idx="1"/>
          </p:nvPr>
        </p:nvSpPr>
        <p:spPr>
          <a:xfrm>
            <a:off x="1251600" y="1272975"/>
            <a:ext cx="6640800" cy="3067500"/>
          </a:xfrm>
          <a:prstGeom prst="rect">
            <a:avLst/>
          </a:prstGeom>
          <a:noFill/>
          <a:ln>
            <a:noFill/>
          </a:ln>
        </p:spPr>
        <p:txBody>
          <a:bodyPr spcFirstLastPara="1" wrap="square" lIns="91425" tIns="91425" rIns="91425" bIns="91425" anchor="t" anchorCtr="0">
            <a:noAutofit/>
          </a:bodyPr>
          <a:lstStyle>
            <a:lvl1pPr marL="457200" lvl="0" indent="-355600">
              <a:spcBef>
                <a:spcPts val="600"/>
              </a:spcBef>
              <a:spcAft>
                <a:spcPts val="0"/>
              </a:spcAft>
              <a:buClr>
                <a:schemeClr val="dk1"/>
              </a:buClr>
              <a:buSzPts val="2000"/>
              <a:buFont typeface="PT Serif"/>
              <a:buChar char="▣"/>
              <a:defRPr sz="2000">
                <a:solidFill>
                  <a:schemeClr val="dk1"/>
                </a:solidFill>
                <a:latin typeface="PT Serif"/>
                <a:ea typeface="PT Serif"/>
                <a:cs typeface="PT Serif"/>
                <a:sym typeface="PT Serif"/>
              </a:defRPr>
            </a:lvl1pPr>
            <a:lvl2pPr marL="914400" lvl="1" indent="-355600">
              <a:spcBef>
                <a:spcPts val="0"/>
              </a:spcBef>
              <a:spcAft>
                <a:spcPts val="0"/>
              </a:spcAft>
              <a:buClr>
                <a:schemeClr val="dk1"/>
              </a:buClr>
              <a:buSzPts val="2000"/>
              <a:buFont typeface="PT Serif"/>
              <a:buChar char="○"/>
              <a:defRPr sz="2000">
                <a:solidFill>
                  <a:schemeClr val="dk1"/>
                </a:solidFill>
                <a:latin typeface="PT Serif"/>
                <a:ea typeface="PT Serif"/>
                <a:cs typeface="PT Serif"/>
                <a:sym typeface="PT Serif"/>
              </a:defRPr>
            </a:lvl2pPr>
            <a:lvl3pPr marL="1371600" lvl="2" indent="-355600">
              <a:spcBef>
                <a:spcPts val="0"/>
              </a:spcBef>
              <a:spcAft>
                <a:spcPts val="0"/>
              </a:spcAft>
              <a:buClr>
                <a:schemeClr val="dk1"/>
              </a:buClr>
              <a:buSzPts val="2000"/>
              <a:buFont typeface="PT Serif"/>
              <a:buChar char="■"/>
              <a:defRPr sz="2000">
                <a:solidFill>
                  <a:schemeClr val="dk1"/>
                </a:solidFill>
                <a:latin typeface="PT Serif"/>
                <a:ea typeface="PT Serif"/>
                <a:cs typeface="PT Serif"/>
                <a:sym typeface="PT Serif"/>
              </a:defRPr>
            </a:lvl3pPr>
            <a:lvl4pPr marL="1828800" lvl="3" indent="-355600">
              <a:spcBef>
                <a:spcPts val="0"/>
              </a:spcBef>
              <a:spcAft>
                <a:spcPts val="0"/>
              </a:spcAft>
              <a:buClr>
                <a:schemeClr val="dk1"/>
              </a:buClr>
              <a:buSzPts val="2000"/>
              <a:buFont typeface="PT Serif"/>
              <a:buChar char="●"/>
              <a:defRPr sz="2000">
                <a:solidFill>
                  <a:schemeClr val="dk1"/>
                </a:solidFill>
                <a:latin typeface="PT Serif"/>
                <a:ea typeface="PT Serif"/>
                <a:cs typeface="PT Serif"/>
                <a:sym typeface="PT Serif"/>
              </a:defRPr>
            </a:lvl4pPr>
            <a:lvl5pPr marL="2286000" lvl="4" indent="-355600">
              <a:spcBef>
                <a:spcPts val="0"/>
              </a:spcBef>
              <a:spcAft>
                <a:spcPts val="0"/>
              </a:spcAft>
              <a:buClr>
                <a:schemeClr val="dk1"/>
              </a:buClr>
              <a:buSzPts val="2000"/>
              <a:buFont typeface="PT Serif"/>
              <a:buChar char="○"/>
              <a:defRPr sz="2000">
                <a:solidFill>
                  <a:schemeClr val="dk1"/>
                </a:solidFill>
                <a:latin typeface="PT Serif"/>
                <a:ea typeface="PT Serif"/>
                <a:cs typeface="PT Serif"/>
                <a:sym typeface="PT Serif"/>
              </a:defRPr>
            </a:lvl5pPr>
            <a:lvl6pPr marL="2743200" lvl="5" indent="-355600">
              <a:spcBef>
                <a:spcPts val="0"/>
              </a:spcBef>
              <a:spcAft>
                <a:spcPts val="0"/>
              </a:spcAft>
              <a:buClr>
                <a:schemeClr val="dk1"/>
              </a:buClr>
              <a:buSzPts val="2000"/>
              <a:buFont typeface="PT Serif"/>
              <a:buChar char="■"/>
              <a:defRPr sz="2000">
                <a:solidFill>
                  <a:schemeClr val="dk1"/>
                </a:solidFill>
                <a:latin typeface="PT Serif"/>
                <a:ea typeface="PT Serif"/>
                <a:cs typeface="PT Serif"/>
                <a:sym typeface="PT Serif"/>
              </a:defRPr>
            </a:lvl6pPr>
            <a:lvl7pPr marL="3200400" lvl="6" indent="-355600">
              <a:spcBef>
                <a:spcPts val="0"/>
              </a:spcBef>
              <a:spcAft>
                <a:spcPts val="0"/>
              </a:spcAft>
              <a:buClr>
                <a:schemeClr val="dk1"/>
              </a:buClr>
              <a:buSzPts val="2000"/>
              <a:buFont typeface="PT Serif"/>
              <a:buChar char="●"/>
              <a:defRPr sz="2000">
                <a:solidFill>
                  <a:schemeClr val="dk1"/>
                </a:solidFill>
                <a:latin typeface="PT Serif"/>
                <a:ea typeface="PT Serif"/>
                <a:cs typeface="PT Serif"/>
                <a:sym typeface="PT Serif"/>
              </a:defRPr>
            </a:lvl7pPr>
            <a:lvl8pPr marL="3657600" lvl="7" indent="-355600">
              <a:spcBef>
                <a:spcPts val="0"/>
              </a:spcBef>
              <a:spcAft>
                <a:spcPts val="0"/>
              </a:spcAft>
              <a:buClr>
                <a:schemeClr val="dk1"/>
              </a:buClr>
              <a:buSzPts val="2000"/>
              <a:buFont typeface="PT Serif"/>
              <a:buChar char="○"/>
              <a:defRPr sz="2000">
                <a:solidFill>
                  <a:schemeClr val="dk1"/>
                </a:solidFill>
                <a:latin typeface="PT Serif"/>
                <a:ea typeface="PT Serif"/>
                <a:cs typeface="PT Serif"/>
                <a:sym typeface="PT Serif"/>
              </a:defRPr>
            </a:lvl8pPr>
            <a:lvl9pPr marL="4114800" lvl="8" indent="-355600">
              <a:spcBef>
                <a:spcPts val="0"/>
              </a:spcBef>
              <a:spcAft>
                <a:spcPts val="0"/>
              </a:spcAft>
              <a:buClr>
                <a:schemeClr val="dk1"/>
              </a:buClr>
              <a:buSzPts val="2000"/>
              <a:buFont typeface="PT Serif"/>
              <a:buChar char="■"/>
              <a:defRPr sz="2000">
                <a:solidFill>
                  <a:schemeClr val="dk1"/>
                </a:solidFill>
                <a:latin typeface="PT Serif"/>
                <a:ea typeface="PT Serif"/>
                <a:cs typeface="PT Serif"/>
                <a:sym typeface="PT Serif"/>
              </a:defRPr>
            </a:lvl9pPr>
          </a:lstStyle>
          <a:p>
            <a:endParaRPr/>
          </a:p>
        </p:txBody>
      </p:sp>
      <p:sp>
        <p:nvSpPr>
          <p:cNvPr id="10" name="Google Shape;10;p1"/>
          <p:cNvSpPr txBox="1">
            <a:spLocks noGrp="1"/>
          </p:cNvSpPr>
          <p:nvPr>
            <p:ph type="sldNum" idx="12"/>
          </p:nvPr>
        </p:nvSpPr>
        <p:spPr>
          <a:xfrm>
            <a:off x="4297650" y="4419838"/>
            <a:ext cx="548700" cy="393600"/>
          </a:xfrm>
          <a:prstGeom prst="rect">
            <a:avLst/>
          </a:prstGeom>
          <a:noFill/>
          <a:ln>
            <a:noFill/>
          </a:ln>
        </p:spPr>
        <p:txBody>
          <a:bodyPr spcFirstLastPara="1" wrap="square" lIns="91425" tIns="91425" rIns="91425" bIns="91425" anchor="b" anchorCtr="0">
            <a:noAutofit/>
          </a:bodyPr>
          <a:lstStyle>
            <a:lvl1pPr lvl="0" algn="ctr">
              <a:buNone/>
              <a:defRPr sz="1100">
                <a:solidFill>
                  <a:schemeClr val="accent3"/>
                </a:solidFill>
                <a:latin typeface="PT Serif"/>
                <a:ea typeface="PT Serif"/>
                <a:cs typeface="PT Serif"/>
                <a:sym typeface="PT Serif"/>
              </a:defRPr>
            </a:lvl1pPr>
            <a:lvl2pPr lvl="1" algn="ctr">
              <a:buNone/>
              <a:defRPr sz="1100">
                <a:solidFill>
                  <a:schemeClr val="accent3"/>
                </a:solidFill>
                <a:latin typeface="PT Serif"/>
                <a:ea typeface="PT Serif"/>
                <a:cs typeface="PT Serif"/>
                <a:sym typeface="PT Serif"/>
              </a:defRPr>
            </a:lvl2pPr>
            <a:lvl3pPr lvl="2" algn="ctr">
              <a:buNone/>
              <a:defRPr sz="1100">
                <a:solidFill>
                  <a:schemeClr val="accent3"/>
                </a:solidFill>
                <a:latin typeface="PT Serif"/>
                <a:ea typeface="PT Serif"/>
                <a:cs typeface="PT Serif"/>
                <a:sym typeface="PT Serif"/>
              </a:defRPr>
            </a:lvl3pPr>
            <a:lvl4pPr lvl="3" algn="ctr">
              <a:buNone/>
              <a:defRPr sz="1100">
                <a:solidFill>
                  <a:schemeClr val="accent3"/>
                </a:solidFill>
                <a:latin typeface="PT Serif"/>
                <a:ea typeface="PT Serif"/>
                <a:cs typeface="PT Serif"/>
                <a:sym typeface="PT Serif"/>
              </a:defRPr>
            </a:lvl4pPr>
            <a:lvl5pPr lvl="4" algn="ctr">
              <a:buNone/>
              <a:defRPr sz="1100">
                <a:solidFill>
                  <a:schemeClr val="accent3"/>
                </a:solidFill>
                <a:latin typeface="PT Serif"/>
                <a:ea typeface="PT Serif"/>
                <a:cs typeface="PT Serif"/>
                <a:sym typeface="PT Serif"/>
              </a:defRPr>
            </a:lvl5pPr>
            <a:lvl6pPr lvl="5" algn="ctr">
              <a:buNone/>
              <a:defRPr sz="1100">
                <a:solidFill>
                  <a:schemeClr val="accent3"/>
                </a:solidFill>
                <a:latin typeface="PT Serif"/>
                <a:ea typeface="PT Serif"/>
                <a:cs typeface="PT Serif"/>
                <a:sym typeface="PT Serif"/>
              </a:defRPr>
            </a:lvl6pPr>
            <a:lvl7pPr lvl="6" algn="ctr">
              <a:buNone/>
              <a:defRPr sz="1100">
                <a:solidFill>
                  <a:schemeClr val="accent3"/>
                </a:solidFill>
                <a:latin typeface="PT Serif"/>
                <a:ea typeface="PT Serif"/>
                <a:cs typeface="PT Serif"/>
                <a:sym typeface="PT Serif"/>
              </a:defRPr>
            </a:lvl7pPr>
            <a:lvl8pPr lvl="7" algn="ctr">
              <a:buNone/>
              <a:defRPr sz="1100">
                <a:solidFill>
                  <a:schemeClr val="accent3"/>
                </a:solidFill>
                <a:latin typeface="PT Serif"/>
                <a:ea typeface="PT Serif"/>
                <a:cs typeface="PT Serif"/>
                <a:sym typeface="PT Serif"/>
              </a:defRPr>
            </a:lvl8pPr>
            <a:lvl9pPr lvl="8" algn="ctr">
              <a:buNone/>
              <a:defRPr sz="1100">
                <a:solidFill>
                  <a:schemeClr val="accent3"/>
                </a:solidFill>
                <a:latin typeface="PT Serif"/>
                <a:ea typeface="PT Serif"/>
                <a:cs typeface="PT Serif"/>
                <a:sym typeface="PT Serif"/>
              </a:defRPr>
            </a:lvl9pPr>
          </a:lstStyle>
          <a:p>
            <a:pPr marL="0" lvl="0" indent="0" algn="ctr" rtl="0">
              <a:spcBef>
                <a:spcPts val="0"/>
              </a:spcBef>
              <a:spcAft>
                <a:spcPts val="0"/>
              </a:spcAft>
              <a:buNone/>
            </a:pPr>
            <a:fld id="{00000000-1234-1234-1234-123412341234}" type="slidenum">
              <a:rPr lang="en"/>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7"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slidescarnival.com/help-use-presentation-templat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www.slidescarnival.com/copyright-and-legal-informati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D9E34A-C378-D8D1-3643-6F32993AE7D0}"/>
              </a:ext>
            </a:extLst>
          </p:cNvPr>
          <p:cNvSpPr>
            <a:spLocks noGrp="1"/>
          </p:cNvSpPr>
          <p:nvPr>
            <p:ph type="ctrTitle"/>
          </p:nvPr>
        </p:nvSpPr>
        <p:spPr>
          <a:xfrm>
            <a:off x="511020" y="1991850"/>
            <a:ext cx="8121960" cy="1159800"/>
          </a:xfrm>
        </p:spPr>
        <p:txBody>
          <a:bodyPr/>
          <a:lstStyle/>
          <a:p>
            <a:r>
              <a:rPr lang="de-CH" dirty="0"/>
              <a:t>Wem gehören deine Erinnerungen?</a:t>
            </a:r>
          </a:p>
        </p:txBody>
      </p:sp>
    </p:spTree>
    <p:extLst>
      <p:ext uri="{BB962C8B-B14F-4D97-AF65-F5344CB8AC3E}">
        <p14:creationId xmlns:p14="http://schemas.microsoft.com/office/powerpoint/2010/main" val="1487721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388955" y="338306"/>
            <a:ext cx="8366100" cy="762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CH" noProof="0" dirty="0" err="1"/>
              <a:t>Instructions</a:t>
            </a:r>
            <a:r>
              <a:rPr lang="de-CH" noProof="0" dirty="0"/>
              <a:t> </a:t>
            </a:r>
            <a:r>
              <a:rPr lang="de-CH" noProof="0" dirty="0" err="1"/>
              <a:t>for</a:t>
            </a:r>
            <a:r>
              <a:rPr lang="de-CH" noProof="0" dirty="0"/>
              <a:t> </a:t>
            </a:r>
            <a:r>
              <a:rPr lang="de-CH" noProof="0" dirty="0" err="1"/>
              <a:t>use</a:t>
            </a:r>
            <a:endParaRPr lang="de-CH" noProof="0" dirty="0"/>
          </a:p>
        </p:txBody>
      </p:sp>
      <p:sp>
        <p:nvSpPr>
          <p:cNvPr id="57" name="Google Shape;57;p13"/>
          <p:cNvSpPr txBox="1"/>
          <p:nvPr/>
        </p:nvSpPr>
        <p:spPr>
          <a:xfrm>
            <a:off x="1076700" y="1064025"/>
            <a:ext cx="3208200" cy="16554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de-CH" sz="1200" b="1" noProof="0" dirty="0">
                <a:solidFill>
                  <a:srgbClr val="1D1D1B"/>
                </a:solidFill>
                <a:latin typeface="PT Serif"/>
                <a:ea typeface="PT Serif"/>
                <a:cs typeface="PT Serif"/>
                <a:sym typeface="PT Serif"/>
              </a:rPr>
              <a:t>EDIT IN GOOGLE SLIDES</a:t>
            </a:r>
            <a:endParaRPr lang="de-CH" sz="1200" noProof="0" dirty="0">
              <a:solidFill>
                <a:srgbClr val="1D1D1B"/>
              </a:solidFill>
              <a:latin typeface="PT Serif"/>
              <a:ea typeface="PT Serif"/>
              <a:cs typeface="PT Serif"/>
              <a:sym typeface="PT Serif"/>
            </a:endParaRPr>
          </a:p>
          <a:p>
            <a:pPr marL="0" lvl="0" indent="0" algn="l" rtl="0">
              <a:spcBef>
                <a:spcPts val="600"/>
              </a:spcBef>
              <a:spcAft>
                <a:spcPts val="0"/>
              </a:spcAft>
              <a:buClr>
                <a:schemeClr val="dk1"/>
              </a:buClr>
              <a:buSzPts val="1100"/>
              <a:buFont typeface="Arial"/>
              <a:buNone/>
            </a:pPr>
            <a:r>
              <a:rPr lang="de-CH" sz="1200" noProof="0" dirty="0">
                <a:solidFill>
                  <a:srgbClr val="1D1D1B"/>
                </a:solidFill>
                <a:latin typeface="PT Serif"/>
                <a:ea typeface="PT Serif"/>
                <a:cs typeface="PT Serif"/>
                <a:sym typeface="PT Serif"/>
              </a:rPr>
              <a:t>Click on </a:t>
            </a:r>
            <a:r>
              <a:rPr lang="de-CH" sz="1200" noProof="0" dirty="0" err="1">
                <a:solidFill>
                  <a:srgbClr val="1D1D1B"/>
                </a:solidFill>
                <a:latin typeface="PT Serif"/>
                <a:ea typeface="PT Serif"/>
                <a:cs typeface="PT Serif"/>
                <a:sym typeface="PT Serif"/>
              </a:rPr>
              <a:t>the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button</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under</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the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presentation</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preview</a:t>
            </a:r>
            <a:r>
              <a:rPr lang="de-CH" sz="1200" noProof="0" dirty="0">
                <a:solidFill>
                  <a:srgbClr val="1D1D1B"/>
                </a:solidFill>
                <a:latin typeface="PT Serif"/>
                <a:ea typeface="PT Serif"/>
                <a:cs typeface="PT Serif"/>
                <a:sym typeface="PT Serif"/>
              </a:rPr>
              <a:t> that </a:t>
            </a:r>
            <a:r>
              <a:rPr lang="de-CH" sz="1200" noProof="0" dirty="0" err="1">
                <a:solidFill>
                  <a:srgbClr val="1D1D1B"/>
                </a:solidFill>
                <a:latin typeface="PT Serif"/>
                <a:ea typeface="PT Serif"/>
                <a:cs typeface="PT Serif"/>
                <a:sym typeface="PT Serif"/>
              </a:rPr>
              <a:t>says</a:t>
            </a:r>
            <a:r>
              <a:rPr lang="de-CH" sz="1200" noProof="0" dirty="0">
                <a:solidFill>
                  <a:srgbClr val="1D1D1B"/>
                </a:solidFill>
                <a:latin typeface="PT Serif"/>
                <a:ea typeface="PT Serif"/>
                <a:cs typeface="PT Serif"/>
                <a:sym typeface="PT Serif"/>
              </a:rPr>
              <a:t> "Use </a:t>
            </a:r>
            <a:r>
              <a:rPr lang="de-CH" sz="1200" noProof="0" dirty="0" err="1">
                <a:solidFill>
                  <a:srgbClr val="1D1D1B"/>
                </a:solidFill>
                <a:latin typeface="PT Serif"/>
                <a:ea typeface="PT Serif"/>
                <a:cs typeface="PT Serif"/>
                <a:sym typeface="PT Serif"/>
              </a:rPr>
              <a:t>as</a:t>
            </a:r>
            <a:r>
              <a:rPr lang="de-CH" sz="1200" noProof="0" dirty="0">
                <a:solidFill>
                  <a:srgbClr val="1D1D1B"/>
                </a:solidFill>
                <a:latin typeface="PT Serif"/>
                <a:ea typeface="PT Serif"/>
                <a:cs typeface="PT Serif"/>
                <a:sym typeface="PT Serif"/>
              </a:rPr>
              <a:t> Google Slides </a:t>
            </a:r>
            <a:r>
              <a:rPr lang="de-CH" sz="1200" noProof="0" dirty="0" err="1">
                <a:solidFill>
                  <a:srgbClr val="1D1D1B"/>
                </a:solidFill>
                <a:latin typeface="PT Serif"/>
                <a:ea typeface="PT Serif"/>
                <a:cs typeface="PT Serif"/>
                <a:sym typeface="PT Serif"/>
              </a:rPr>
              <a:t>Theme</a:t>
            </a:r>
            <a:r>
              <a:rPr lang="de-CH" sz="1200" noProof="0" dirty="0">
                <a:solidFill>
                  <a:srgbClr val="1D1D1B"/>
                </a:solidFill>
                <a:latin typeface="PT Serif"/>
                <a:ea typeface="PT Serif"/>
                <a:cs typeface="PT Serif"/>
                <a:sym typeface="PT Serif"/>
              </a:rPr>
              <a:t>".</a:t>
            </a:r>
          </a:p>
          <a:p>
            <a:pPr marL="0" lvl="0" indent="0" algn="l" rtl="0">
              <a:spcBef>
                <a:spcPts val="600"/>
              </a:spcBef>
              <a:spcAft>
                <a:spcPts val="0"/>
              </a:spcAft>
              <a:buClr>
                <a:schemeClr val="dk1"/>
              </a:buClr>
              <a:buSzPts val="1100"/>
              <a:buFont typeface="Arial"/>
              <a:buNone/>
            </a:pPr>
            <a:r>
              <a:rPr lang="de-CH" sz="1200" noProof="0" dirty="0">
                <a:solidFill>
                  <a:srgbClr val="1D1D1B"/>
                </a:solidFill>
                <a:latin typeface="PT Serif"/>
                <a:ea typeface="PT Serif"/>
                <a:cs typeface="PT Serif"/>
                <a:sym typeface="PT Serif"/>
              </a:rPr>
              <a:t>You will </a:t>
            </a:r>
            <a:r>
              <a:rPr lang="de-CH" sz="1200" noProof="0" dirty="0" err="1">
                <a:solidFill>
                  <a:srgbClr val="1D1D1B"/>
                </a:solidFill>
                <a:latin typeface="PT Serif"/>
                <a:ea typeface="PT Serif"/>
                <a:cs typeface="PT Serif"/>
                <a:sym typeface="PT Serif"/>
              </a:rPr>
              <a:t>get</a:t>
            </a:r>
            <a:r>
              <a:rPr lang="de-CH" sz="1200" noProof="0" dirty="0">
                <a:solidFill>
                  <a:srgbClr val="1D1D1B"/>
                </a:solidFill>
                <a:latin typeface="PT Serif"/>
                <a:ea typeface="PT Serif"/>
                <a:cs typeface="PT Serif"/>
                <a:sym typeface="PT Serif"/>
              </a:rPr>
              <a:t> a </a:t>
            </a:r>
            <a:r>
              <a:rPr lang="de-CH" sz="1200" noProof="0" dirty="0" err="1">
                <a:solidFill>
                  <a:srgbClr val="1D1D1B"/>
                </a:solidFill>
                <a:latin typeface="PT Serif"/>
                <a:ea typeface="PT Serif"/>
                <a:cs typeface="PT Serif"/>
                <a:sym typeface="PT Serif"/>
              </a:rPr>
              <a:t>copy</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of</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this</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document</a:t>
            </a:r>
            <a:r>
              <a:rPr lang="de-CH" sz="1200" noProof="0" dirty="0">
                <a:solidFill>
                  <a:srgbClr val="1D1D1B"/>
                </a:solidFill>
                <a:latin typeface="PT Serif"/>
                <a:ea typeface="PT Serif"/>
                <a:cs typeface="PT Serif"/>
                <a:sym typeface="PT Serif"/>
              </a:rPr>
              <a:t> on your Google Drive and will </a:t>
            </a:r>
            <a:r>
              <a:rPr lang="de-CH" sz="1200" noProof="0" dirty="0" err="1">
                <a:solidFill>
                  <a:srgbClr val="1D1D1B"/>
                </a:solidFill>
                <a:latin typeface="PT Serif"/>
                <a:ea typeface="PT Serif"/>
                <a:cs typeface="PT Serif"/>
                <a:sym typeface="PT Serif"/>
              </a:rPr>
              <a:t>be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able</a:t>
            </a:r>
            <a:r>
              <a:rPr lang="de-CH" sz="1200" noProof="0" dirty="0">
                <a:solidFill>
                  <a:srgbClr val="1D1D1B"/>
                </a:solidFill>
                <a:latin typeface="PT Serif"/>
                <a:ea typeface="PT Serif"/>
                <a:cs typeface="PT Serif"/>
                <a:sym typeface="PT Serif"/>
              </a:rPr>
              <a:t> to </a:t>
            </a:r>
            <a:r>
              <a:rPr lang="de-CH" sz="1200" noProof="0" dirty="0" err="1">
                <a:solidFill>
                  <a:srgbClr val="1D1D1B"/>
                </a:solidFill>
                <a:latin typeface="PT Serif"/>
                <a:ea typeface="PT Serif"/>
                <a:cs typeface="PT Serif"/>
                <a:sym typeface="PT Serif"/>
              </a:rPr>
              <a:t>edit</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add</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or</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delete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slides</a:t>
            </a:r>
            <a:r>
              <a:rPr lang="de-CH" sz="1200" noProof="0" dirty="0">
                <a:solidFill>
                  <a:srgbClr val="1D1D1B"/>
                </a:solidFill>
                <a:latin typeface="PT Serif"/>
                <a:ea typeface="PT Serif"/>
                <a:cs typeface="PT Serif"/>
                <a:sym typeface="PT Serif"/>
              </a:rPr>
              <a:t>.</a:t>
            </a:r>
          </a:p>
          <a:p>
            <a:pPr marL="0" lvl="0" indent="0" algn="l" rtl="0">
              <a:spcBef>
                <a:spcPts val="600"/>
              </a:spcBef>
              <a:spcAft>
                <a:spcPts val="0"/>
              </a:spcAft>
              <a:buClr>
                <a:schemeClr val="dk1"/>
              </a:buClr>
              <a:buSzPts val="1100"/>
              <a:buFont typeface="Arial"/>
              <a:buNone/>
            </a:pPr>
            <a:r>
              <a:rPr lang="de-CH" sz="1200" noProof="0" dirty="0">
                <a:solidFill>
                  <a:srgbClr val="1D1D1B"/>
                </a:solidFill>
                <a:latin typeface="PT Serif"/>
                <a:ea typeface="PT Serif"/>
                <a:cs typeface="PT Serif"/>
                <a:sym typeface="PT Serif"/>
              </a:rPr>
              <a:t>You have to </a:t>
            </a:r>
            <a:r>
              <a:rPr lang="de-CH" sz="1200" noProof="0" dirty="0" err="1">
                <a:solidFill>
                  <a:srgbClr val="1D1D1B"/>
                </a:solidFill>
                <a:latin typeface="PT Serif"/>
                <a:ea typeface="PT Serif"/>
                <a:cs typeface="PT Serif"/>
                <a:sym typeface="PT Serif"/>
              </a:rPr>
              <a:t>be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signed</a:t>
            </a:r>
            <a:r>
              <a:rPr lang="de-CH" sz="1200" noProof="0" dirty="0">
                <a:solidFill>
                  <a:srgbClr val="1D1D1B"/>
                </a:solidFill>
                <a:latin typeface="PT Serif"/>
                <a:ea typeface="PT Serif"/>
                <a:cs typeface="PT Serif"/>
                <a:sym typeface="PT Serif"/>
              </a:rPr>
              <a:t> in to your Google </a:t>
            </a:r>
            <a:r>
              <a:rPr lang="de-CH" sz="1200" noProof="0" dirty="0" err="1">
                <a:solidFill>
                  <a:srgbClr val="1D1D1B"/>
                </a:solidFill>
                <a:latin typeface="PT Serif"/>
                <a:ea typeface="PT Serif"/>
                <a:cs typeface="PT Serif"/>
                <a:sym typeface="PT Serif"/>
              </a:rPr>
              <a:t>account</a:t>
            </a:r>
            <a:r>
              <a:rPr lang="de-CH" sz="1200" noProof="0" dirty="0">
                <a:solidFill>
                  <a:srgbClr val="1D1D1B"/>
                </a:solidFill>
                <a:latin typeface="PT Serif"/>
                <a:ea typeface="PT Serif"/>
                <a:cs typeface="PT Serif"/>
                <a:sym typeface="PT Serif"/>
              </a:rPr>
              <a:t>.</a:t>
            </a:r>
          </a:p>
          <a:p>
            <a:pPr marL="0" lvl="0" indent="0" algn="l" rtl="0">
              <a:spcBef>
                <a:spcPts val="600"/>
              </a:spcBef>
              <a:spcAft>
                <a:spcPts val="0"/>
              </a:spcAft>
              <a:buNone/>
            </a:pPr>
            <a:endParaRPr lang="de-CH" sz="1200" noProof="0" dirty="0">
              <a:solidFill>
                <a:srgbClr val="1D1D1B"/>
              </a:solidFill>
              <a:latin typeface="PT Serif"/>
              <a:ea typeface="PT Serif"/>
              <a:cs typeface="PT Serif"/>
              <a:sym typeface="PT Serif"/>
            </a:endParaRPr>
          </a:p>
        </p:txBody>
      </p:sp>
      <p:sp>
        <p:nvSpPr>
          <p:cNvPr id="58" name="Google Shape;58;p13"/>
          <p:cNvSpPr txBox="1"/>
          <p:nvPr/>
        </p:nvSpPr>
        <p:spPr>
          <a:xfrm>
            <a:off x="4718907" y="1064025"/>
            <a:ext cx="3348300" cy="16554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de-CH" sz="1200" b="1" noProof="0" dirty="0">
                <a:solidFill>
                  <a:srgbClr val="1D1D1B"/>
                </a:solidFill>
                <a:latin typeface="PT Serif"/>
                <a:ea typeface="PT Serif"/>
                <a:cs typeface="PT Serif"/>
                <a:sym typeface="PT Serif"/>
              </a:rPr>
              <a:t>EDIT IN POWERPOINT®</a:t>
            </a:r>
            <a:endParaRPr lang="de-CH" sz="1200" noProof="0" dirty="0">
              <a:solidFill>
                <a:srgbClr val="1D1D1B"/>
              </a:solidFill>
              <a:latin typeface="PT Serif"/>
              <a:ea typeface="PT Serif"/>
              <a:cs typeface="PT Serif"/>
              <a:sym typeface="PT Serif"/>
            </a:endParaRPr>
          </a:p>
          <a:p>
            <a:pPr marL="0" lvl="0" indent="0" algn="l" rtl="0">
              <a:spcBef>
                <a:spcPts val="600"/>
              </a:spcBef>
              <a:spcAft>
                <a:spcPts val="0"/>
              </a:spcAft>
              <a:buNone/>
            </a:pPr>
            <a:r>
              <a:rPr lang="de-CH" sz="1200" noProof="0" dirty="0">
                <a:solidFill>
                  <a:srgbClr val="1D1D1B"/>
                </a:solidFill>
                <a:latin typeface="PT Serif"/>
                <a:ea typeface="PT Serif"/>
                <a:cs typeface="PT Serif"/>
                <a:sym typeface="PT Serif"/>
              </a:rPr>
              <a:t>Click on </a:t>
            </a:r>
            <a:r>
              <a:rPr lang="de-CH" sz="1200" noProof="0" dirty="0" err="1">
                <a:solidFill>
                  <a:srgbClr val="1D1D1B"/>
                </a:solidFill>
                <a:latin typeface="PT Serif"/>
                <a:ea typeface="PT Serif"/>
                <a:cs typeface="PT Serif"/>
                <a:sym typeface="PT Serif"/>
              </a:rPr>
              <a:t>the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button</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under</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the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presentation</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preview</a:t>
            </a:r>
            <a:r>
              <a:rPr lang="de-CH" sz="1200" noProof="0" dirty="0">
                <a:solidFill>
                  <a:srgbClr val="1D1D1B"/>
                </a:solidFill>
                <a:latin typeface="PT Serif"/>
                <a:ea typeface="PT Serif"/>
                <a:cs typeface="PT Serif"/>
                <a:sym typeface="PT Serif"/>
              </a:rPr>
              <a:t> that </a:t>
            </a:r>
            <a:r>
              <a:rPr lang="de-CH" sz="1200" noProof="0" dirty="0" err="1">
                <a:solidFill>
                  <a:srgbClr val="1D1D1B"/>
                </a:solidFill>
                <a:latin typeface="PT Serif"/>
                <a:ea typeface="PT Serif"/>
                <a:cs typeface="PT Serif"/>
                <a:sym typeface="PT Serif"/>
              </a:rPr>
              <a:t>says</a:t>
            </a:r>
            <a:r>
              <a:rPr lang="de-CH" sz="1200" noProof="0" dirty="0">
                <a:solidFill>
                  <a:srgbClr val="1D1D1B"/>
                </a:solidFill>
                <a:latin typeface="PT Serif"/>
                <a:ea typeface="PT Serif"/>
                <a:cs typeface="PT Serif"/>
                <a:sym typeface="PT Serif"/>
              </a:rPr>
              <a:t> "Download </a:t>
            </a:r>
            <a:r>
              <a:rPr lang="de-CH" sz="1200" noProof="0" dirty="0" err="1">
                <a:solidFill>
                  <a:srgbClr val="1D1D1B"/>
                </a:solidFill>
                <a:latin typeface="PT Serif"/>
                <a:ea typeface="PT Serif"/>
                <a:cs typeface="PT Serif"/>
                <a:sym typeface="PT Serif"/>
              </a:rPr>
              <a:t>as</a:t>
            </a:r>
            <a:r>
              <a:rPr lang="de-CH" sz="1200" noProof="0" dirty="0">
                <a:solidFill>
                  <a:srgbClr val="1D1D1B"/>
                </a:solidFill>
                <a:latin typeface="PT Serif"/>
                <a:ea typeface="PT Serif"/>
                <a:cs typeface="PT Serif"/>
                <a:sym typeface="PT Serif"/>
              </a:rPr>
              <a:t> PowerPoint </a:t>
            </a:r>
            <a:r>
              <a:rPr lang="de-CH" sz="1200" noProof="0" dirty="0" err="1">
                <a:solidFill>
                  <a:srgbClr val="1D1D1B"/>
                </a:solidFill>
                <a:latin typeface="PT Serif"/>
                <a:ea typeface="PT Serif"/>
                <a:cs typeface="PT Serif"/>
                <a:sym typeface="PT Serif"/>
              </a:rPr>
              <a:t>template</a:t>
            </a:r>
            <a:r>
              <a:rPr lang="de-CH" sz="1200" noProof="0" dirty="0">
                <a:solidFill>
                  <a:srgbClr val="1D1D1B"/>
                </a:solidFill>
                <a:latin typeface="PT Serif"/>
                <a:ea typeface="PT Serif"/>
                <a:cs typeface="PT Serif"/>
                <a:sym typeface="PT Serif"/>
              </a:rPr>
              <a:t>". You will </a:t>
            </a:r>
            <a:r>
              <a:rPr lang="de-CH" sz="1200" noProof="0" dirty="0" err="1">
                <a:solidFill>
                  <a:srgbClr val="1D1D1B"/>
                </a:solidFill>
                <a:latin typeface="PT Serif"/>
                <a:ea typeface="PT Serif"/>
                <a:cs typeface="PT Serif"/>
                <a:sym typeface="PT Serif"/>
              </a:rPr>
              <a:t>get</a:t>
            </a:r>
            <a:r>
              <a:rPr lang="de-CH" sz="1200" noProof="0" dirty="0">
                <a:solidFill>
                  <a:srgbClr val="1D1D1B"/>
                </a:solidFill>
                <a:latin typeface="PT Serif"/>
                <a:ea typeface="PT Serif"/>
                <a:cs typeface="PT Serif"/>
                <a:sym typeface="PT Serif"/>
              </a:rPr>
              <a:t> a .</a:t>
            </a:r>
            <a:r>
              <a:rPr lang="de-CH" sz="1200" noProof="0" dirty="0" err="1">
                <a:solidFill>
                  <a:srgbClr val="1D1D1B"/>
                </a:solidFill>
                <a:latin typeface="PT Serif"/>
                <a:ea typeface="PT Serif"/>
                <a:cs typeface="PT Serif"/>
                <a:sym typeface="PT Serif"/>
              </a:rPr>
              <a:t>pptx</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file</a:t>
            </a:r>
            <a:r>
              <a:rPr lang="de-CH" sz="1200" noProof="0" dirty="0">
                <a:solidFill>
                  <a:srgbClr val="1D1D1B"/>
                </a:solidFill>
                <a:latin typeface="PT Serif"/>
                <a:ea typeface="PT Serif"/>
                <a:cs typeface="PT Serif"/>
                <a:sym typeface="PT Serif"/>
              </a:rPr>
              <a:t> that you </a:t>
            </a:r>
            <a:r>
              <a:rPr lang="de-CH" sz="1200" noProof="0" dirty="0" err="1">
                <a:solidFill>
                  <a:srgbClr val="1D1D1B"/>
                </a:solidFill>
                <a:latin typeface="PT Serif"/>
                <a:ea typeface="PT Serif"/>
                <a:cs typeface="PT Serif"/>
                <a:sym typeface="PT Serif"/>
              </a:rPr>
              <a:t>can</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edit</a:t>
            </a:r>
            <a:r>
              <a:rPr lang="de-CH" sz="1200" noProof="0" dirty="0">
                <a:solidFill>
                  <a:srgbClr val="1D1D1B"/>
                </a:solidFill>
                <a:latin typeface="PT Serif"/>
                <a:ea typeface="PT Serif"/>
                <a:cs typeface="PT Serif"/>
                <a:sym typeface="PT Serif"/>
              </a:rPr>
              <a:t> in PowerPoint.</a:t>
            </a:r>
          </a:p>
          <a:p>
            <a:pPr marL="0" lvl="0" indent="0" algn="l" rtl="0">
              <a:spcBef>
                <a:spcPts val="600"/>
              </a:spcBef>
              <a:spcAft>
                <a:spcPts val="0"/>
              </a:spcAft>
              <a:buNone/>
            </a:pPr>
            <a:r>
              <a:rPr lang="de-CH" sz="1200" noProof="0" dirty="0" err="1">
                <a:solidFill>
                  <a:srgbClr val="1D1D1B"/>
                </a:solidFill>
                <a:latin typeface="PT Serif"/>
                <a:ea typeface="PT Serif"/>
                <a:cs typeface="PT Serif"/>
                <a:sym typeface="PT Serif"/>
              </a:rPr>
              <a:t>Remember</a:t>
            </a:r>
            <a:r>
              <a:rPr lang="de-CH" sz="1200" noProof="0" dirty="0">
                <a:solidFill>
                  <a:srgbClr val="1D1D1B"/>
                </a:solidFill>
                <a:latin typeface="PT Serif"/>
                <a:ea typeface="PT Serif"/>
                <a:cs typeface="PT Serif"/>
                <a:sym typeface="PT Serif"/>
              </a:rPr>
              <a:t> to </a:t>
            </a:r>
            <a:r>
              <a:rPr lang="de-CH" sz="1200" noProof="0" dirty="0" err="1">
                <a:solidFill>
                  <a:srgbClr val="1D1D1B"/>
                </a:solidFill>
                <a:latin typeface="PT Serif"/>
                <a:ea typeface="PT Serif"/>
                <a:cs typeface="PT Serif"/>
                <a:sym typeface="PT Serif"/>
              </a:rPr>
              <a:t>download</a:t>
            </a:r>
            <a:r>
              <a:rPr lang="de-CH" sz="1200" noProof="0" dirty="0">
                <a:solidFill>
                  <a:srgbClr val="1D1D1B"/>
                </a:solidFill>
                <a:latin typeface="PT Serif"/>
                <a:ea typeface="PT Serif"/>
                <a:cs typeface="PT Serif"/>
                <a:sym typeface="PT Serif"/>
              </a:rPr>
              <a:t> and </a:t>
            </a:r>
            <a:r>
              <a:rPr lang="de-CH" sz="1200" noProof="0" dirty="0" err="1">
                <a:solidFill>
                  <a:srgbClr val="1D1D1B"/>
                </a:solidFill>
                <a:latin typeface="PT Serif"/>
                <a:ea typeface="PT Serif"/>
                <a:cs typeface="PT Serif"/>
                <a:sym typeface="PT Serif"/>
              </a:rPr>
              <a:t>install</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the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fonts</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used</a:t>
            </a:r>
            <a:r>
              <a:rPr lang="de-CH" sz="1200" noProof="0" dirty="0">
                <a:solidFill>
                  <a:srgbClr val="1D1D1B"/>
                </a:solidFill>
                <a:latin typeface="PT Serif"/>
                <a:ea typeface="PT Serif"/>
                <a:cs typeface="PT Serif"/>
                <a:sym typeface="PT Serif"/>
              </a:rPr>
              <a:t> in </a:t>
            </a:r>
            <a:r>
              <a:rPr lang="de-CH" sz="1200" noProof="0" dirty="0" err="1">
                <a:solidFill>
                  <a:srgbClr val="1D1D1B"/>
                </a:solidFill>
                <a:latin typeface="PT Serif"/>
                <a:ea typeface="PT Serif"/>
                <a:cs typeface="PT Serif"/>
                <a:sym typeface="PT Serif"/>
              </a:rPr>
              <a:t>this</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presentation</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you’ll</a:t>
            </a:r>
            <a:r>
              <a:rPr lang="de-CH" sz="1200" noProof="0" dirty="0">
                <a:solidFill>
                  <a:srgbClr val="1D1D1B"/>
                </a:solidFill>
                <a:latin typeface="PT Serif"/>
                <a:ea typeface="PT Serif"/>
                <a:cs typeface="PT Serif"/>
                <a:sym typeface="PT Serif"/>
              </a:rPr>
              <a:t> find </a:t>
            </a:r>
            <a:r>
              <a:rPr lang="de-CH" sz="1200" noProof="0" dirty="0" err="1">
                <a:solidFill>
                  <a:srgbClr val="1D1D1B"/>
                </a:solidFill>
                <a:latin typeface="PT Serif"/>
                <a:ea typeface="PT Serif"/>
                <a:cs typeface="PT Serif"/>
                <a:sym typeface="PT Serif"/>
              </a:rPr>
              <a:t>the</a:t>
            </a:r>
            <a:r>
              <a:rPr lang="de-CH" sz="1200" noProof="0" dirty="0">
                <a:solidFill>
                  <a:srgbClr val="1D1D1B"/>
                </a:solidFill>
                <a:latin typeface="PT Serif"/>
                <a:ea typeface="PT Serif"/>
                <a:cs typeface="PT Serif"/>
                <a:sym typeface="PT Serif"/>
              </a:rPr>
              <a:t> links to </a:t>
            </a:r>
            <a:r>
              <a:rPr lang="de-CH" sz="1200" noProof="0" dirty="0" err="1">
                <a:solidFill>
                  <a:srgbClr val="1D1D1B"/>
                </a:solidFill>
                <a:latin typeface="PT Serif"/>
                <a:ea typeface="PT Serif"/>
                <a:cs typeface="PT Serif"/>
                <a:sym typeface="PT Serif"/>
              </a:rPr>
              <a:t>the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font</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files</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needed</a:t>
            </a:r>
            <a:r>
              <a:rPr lang="de-CH" sz="1200" noProof="0" dirty="0">
                <a:solidFill>
                  <a:srgbClr val="1D1D1B"/>
                </a:solidFill>
                <a:latin typeface="PT Serif"/>
                <a:ea typeface="PT Serif"/>
                <a:cs typeface="PT Serif"/>
                <a:sym typeface="PT Serif"/>
              </a:rPr>
              <a:t> in </a:t>
            </a:r>
            <a:r>
              <a:rPr lang="de-CH" sz="1200" noProof="0" dirty="0" err="1">
                <a:solidFill>
                  <a:srgbClr val="1D1D1B"/>
                </a:solidFill>
                <a:latin typeface="PT Serif"/>
                <a:ea typeface="PT Serif"/>
                <a:cs typeface="PT Serif"/>
                <a:sym typeface="PT Serif"/>
              </a:rPr>
              <a:t>the</a:t>
            </a:r>
            <a:r>
              <a:rPr lang="de-CH" sz="1200" noProof="0" dirty="0">
                <a:solidFill>
                  <a:srgbClr val="1D1D1B"/>
                </a:solidFill>
                <a:latin typeface="PT Serif"/>
                <a:ea typeface="PT Serif"/>
                <a:cs typeface="PT Serif"/>
                <a:sym typeface="PT Serif"/>
              </a:rPr>
              <a:t> </a:t>
            </a:r>
            <a:r>
              <a:rPr lang="de-CH" sz="1200" u="sng" noProof="0" dirty="0" err="1">
                <a:solidFill>
                  <a:srgbClr val="1D1D1B"/>
                </a:solidFill>
                <a:latin typeface="PT Serif"/>
                <a:ea typeface="PT Serif"/>
                <a:cs typeface="PT Serif"/>
                <a:sym typeface="PT Serif"/>
                <a:hlinkClick r:id="" action="ppaction://noaction">
                  <a:extLst>
                    <a:ext uri="{A12FA001-AC4F-418D-AE19-62706E023703}">
                      <ahyp:hlinkClr xmlns:ahyp="http://schemas.microsoft.com/office/drawing/2018/hyperlinkcolor" val="tx"/>
                    </a:ext>
                  </a:extLst>
                </a:hlinkClick>
              </a:rPr>
              <a:t>Presentation</a:t>
            </a:r>
            <a:r>
              <a:rPr lang="de-CH" sz="1200" u="sng" noProof="0" dirty="0">
                <a:solidFill>
                  <a:srgbClr val="1D1D1B"/>
                </a:solidFill>
                <a:latin typeface="PT Serif"/>
                <a:ea typeface="PT Serif"/>
                <a:cs typeface="PT Serif"/>
                <a:sym typeface="PT Serif"/>
                <a:hlinkClick r:id="" action="ppaction://noaction">
                  <a:extLst>
                    <a:ext uri="{A12FA001-AC4F-418D-AE19-62706E023703}">
                      <ahyp:hlinkClr xmlns:ahyp="http://schemas.microsoft.com/office/drawing/2018/hyperlinkcolor" val="tx"/>
                    </a:ext>
                  </a:extLst>
                </a:hlinkClick>
              </a:rPr>
              <a:t> design </a:t>
            </a:r>
            <a:r>
              <a:rPr lang="de-CH" sz="1200" u="sng" noProof="0" dirty="0" err="1">
                <a:solidFill>
                  <a:srgbClr val="1D1D1B"/>
                </a:solidFill>
                <a:latin typeface="PT Serif"/>
                <a:ea typeface="PT Serif"/>
                <a:cs typeface="PT Serif"/>
                <a:sym typeface="PT Serif"/>
                <a:hlinkClick r:id="" action="ppaction://noaction">
                  <a:extLst>
                    <a:ext uri="{A12FA001-AC4F-418D-AE19-62706E023703}">
                      <ahyp:hlinkClr xmlns:ahyp="http://schemas.microsoft.com/office/drawing/2018/hyperlinkcolor" val="tx"/>
                    </a:ext>
                  </a:extLst>
                </a:hlinkClick>
              </a:rPr>
              <a:t>slide</a:t>
            </a:r>
            <a:r>
              <a:rPr lang="de-CH" sz="1200" noProof="0" dirty="0">
                <a:solidFill>
                  <a:srgbClr val="1D1D1B"/>
                </a:solidFill>
                <a:latin typeface="PT Serif"/>
                <a:ea typeface="PT Serif"/>
                <a:cs typeface="PT Serif"/>
                <a:sym typeface="PT Serif"/>
              </a:rPr>
              <a:t>)</a:t>
            </a:r>
          </a:p>
        </p:txBody>
      </p:sp>
      <p:sp>
        <p:nvSpPr>
          <p:cNvPr id="59" name="Google Shape;59;p13"/>
          <p:cNvSpPr txBox="1"/>
          <p:nvPr/>
        </p:nvSpPr>
        <p:spPr>
          <a:xfrm>
            <a:off x="1076700" y="3324206"/>
            <a:ext cx="6990600" cy="619800"/>
          </a:xfrm>
          <a:prstGeom prst="rect">
            <a:avLst/>
          </a:prstGeom>
          <a:noFill/>
          <a:ln>
            <a:noFill/>
          </a:ln>
        </p:spPr>
        <p:txBody>
          <a:bodyPr spcFirstLastPara="1" wrap="square" lIns="91425" tIns="91425" rIns="91425" bIns="91425" anchor="t" anchorCtr="0">
            <a:noAutofit/>
          </a:bodyPr>
          <a:lstStyle/>
          <a:p>
            <a:pPr marL="0" lvl="0" indent="0" algn="l" rtl="0">
              <a:spcBef>
                <a:spcPts val="1000"/>
              </a:spcBef>
              <a:spcAft>
                <a:spcPts val="0"/>
              </a:spcAft>
              <a:buNone/>
            </a:pPr>
            <a:r>
              <a:rPr lang="de-CH" sz="1200" b="1" noProof="0" dirty="0">
                <a:solidFill>
                  <a:srgbClr val="1D1D1B"/>
                </a:solidFill>
                <a:latin typeface="PT Serif"/>
                <a:ea typeface="PT Serif"/>
                <a:cs typeface="PT Serif"/>
                <a:sym typeface="PT Serif"/>
              </a:rPr>
              <a:t>More </a:t>
            </a:r>
            <a:r>
              <a:rPr lang="de-CH" sz="1200" b="1" noProof="0" dirty="0" err="1">
                <a:solidFill>
                  <a:srgbClr val="1D1D1B"/>
                </a:solidFill>
                <a:latin typeface="PT Serif"/>
                <a:ea typeface="PT Serif"/>
                <a:cs typeface="PT Serif"/>
                <a:sym typeface="PT Serif"/>
              </a:rPr>
              <a:t>info</a:t>
            </a:r>
            <a:r>
              <a:rPr lang="de-CH" sz="1200" b="1" noProof="0" dirty="0">
                <a:solidFill>
                  <a:srgbClr val="1D1D1B"/>
                </a:solidFill>
                <a:latin typeface="PT Serif"/>
                <a:ea typeface="PT Serif"/>
                <a:cs typeface="PT Serif"/>
                <a:sym typeface="PT Serif"/>
              </a:rPr>
              <a:t> on </a:t>
            </a:r>
            <a:r>
              <a:rPr lang="de-CH" sz="1200" b="1" noProof="0" dirty="0" err="1">
                <a:solidFill>
                  <a:srgbClr val="1D1D1B"/>
                </a:solidFill>
                <a:latin typeface="PT Serif"/>
                <a:ea typeface="PT Serif"/>
                <a:cs typeface="PT Serif"/>
                <a:sym typeface="PT Serif"/>
              </a:rPr>
              <a:t>how</a:t>
            </a:r>
            <a:r>
              <a:rPr lang="de-CH" sz="1200" b="1" noProof="0" dirty="0">
                <a:solidFill>
                  <a:srgbClr val="1D1D1B"/>
                </a:solidFill>
                <a:latin typeface="PT Serif"/>
                <a:ea typeface="PT Serif"/>
                <a:cs typeface="PT Serif"/>
                <a:sym typeface="PT Serif"/>
              </a:rPr>
              <a:t> to </a:t>
            </a:r>
            <a:r>
              <a:rPr lang="de-CH" sz="1200" b="1" noProof="0" dirty="0" err="1">
                <a:solidFill>
                  <a:srgbClr val="1D1D1B"/>
                </a:solidFill>
                <a:latin typeface="PT Serif"/>
                <a:ea typeface="PT Serif"/>
                <a:cs typeface="PT Serif"/>
                <a:sym typeface="PT Serif"/>
              </a:rPr>
              <a:t>use</a:t>
            </a:r>
            <a:r>
              <a:rPr lang="de-CH" sz="1200" b="1" noProof="0" dirty="0">
                <a:solidFill>
                  <a:srgbClr val="1D1D1B"/>
                </a:solidFill>
                <a:latin typeface="PT Serif"/>
                <a:ea typeface="PT Serif"/>
                <a:cs typeface="PT Serif"/>
                <a:sym typeface="PT Serif"/>
              </a:rPr>
              <a:t> </a:t>
            </a:r>
            <a:r>
              <a:rPr lang="de-CH" sz="1200" b="1" noProof="0" dirty="0" err="1">
                <a:solidFill>
                  <a:srgbClr val="1D1D1B"/>
                </a:solidFill>
                <a:latin typeface="PT Serif"/>
                <a:ea typeface="PT Serif"/>
                <a:cs typeface="PT Serif"/>
                <a:sym typeface="PT Serif"/>
              </a:rPr>
              <a:t>this</a:t>
            </a:r>
            <a:r>
              <a:rPr lang="de-CH" sz="1200" b="1" noProof="0" dirty="0">
                <a:solidFill>
                  <a:srgbClr val="1D1D1B"/>
                </a:solidFill>
                <a:latin typeface="PT Serif"/>
                <a:ea typeface="PT Serif"/>
                <a:cs typeface="PT Serif"/>
                <a:sym typeface="PT Serif"/>
              </a:rPr>
              <a:t> </a:t>
            </a:r>
            <a:r>
              <a:rPr lang="de-CH" sz="1200" b="1" noProof="0" dirty="0" err="1">
                <a:solidFill>
                  <a:srgbClr val="1D1D1B"/>
                </a:solidFill>
                <a:latin typeface="PT Serif"/>
                <a:ea typeface="PT Serif"/>
                <a:cs typeface="PT Serif"/>
                <a:sym typeface="PT Serif"/>
              </a:rPr>
              <a:t>template</a:t>
            </a:r>
            <a:r>
              <a:rPr lang="de-CH" sz="1200" b="1" noProof="0" dirty="0">
                <a:solidFill>
                  <a:srgbClr val="1D1D1B"/>
                </a:solidFill>
                <a:latin typeface="PT Serif"/>
                <a:ea typeface="PT Serif"/>
                <a:cs typeface="PT Serif"/>
                <a:sym typeface="PT Serif"/>
              </a:rPr>
              <a:t> at </a:t>
            </a:r>
            <a:r>
              <a:rPr lang="de-CH" sz="1200" b="1" u="sng" noProof="0" dirty="0">
                <a:solidFill>
                  <a:srgbClr val="1D1D1B"/>
                </a:solidFill>
                <a:latin typeface="PT Serif"/>
                <a:ea typeface="PT Serif"/>
                <a:cs typeface="PT Serif"/>
                <a:sym typeface="PT Serif"/>
                <a:hlinkClick r:id="rId3">
                  <a:extLst>
                    <a:ext uri="{A12FA001-AC4F-418D-AE19-62706E023703}">
                      <ahyp:hlinkClr xmlns:ahyp="http://schemas.microsoft.com/office/drawing/2018/hyperlinkcolor" val="tx"/>
                    </a:ext>
                  </a:extLst>
                </a:hlinkClick>
              </a:rPr>
              <a:t>www.slidescarnival.com/help-use-presentation-template</a:t>
            </a:r>
            <a:endParaRPr lang="de-CH" sz="1200" b="1" noProof="0" dirty="0">
              <a:solidFill>
                <a:srgbClr val="1D1D1B"/>
              </a:solidFill>
              <a:latin typeface="PT Serif"/>
              <a:ea typeface="PT Serif"/>
              <a:cs typeface="PT Serif"/>
              <a:sym typeface="PT Serif"/>
            </a:endParaRPr>
          </a:p>
          <a:p>
            <a:pPr marL="0" lvl="0" indent="0" algn="l" rtl="0">
              <a:spcBef>
                <a:spcPts val="1000"/>
              </a:spcBef>
              <a:spcAft>
                <a:spcPts val="0"/>
              </a:spcAft>
              <a:buNone/>
            </a:pPr>
            <a:r>
              <a:rPr lang="de-CH" sz="1200" noProof="0" dirty="0">
                <a:solidFill>
                  <a:srgbClr val="1D1D1B"/>
                </a:solidFill>
                <a:latin typeface="PT Serif"/>
                <a:ea typeface="PT Serif"/>
                <a:cs typeface="PT Serif"/>
                <a:sym typeface="PT Serif"/>
              </a:rPr>
              <a:t>This </a:t>
            </a:r>
            <a:r>
              <a:rPr lang="de-CH" sz="1200" noProof="0" dirty="0" err="1">
                <a:solidFill>
                  <a:srgbClr val="1D1D1B"/>
                </a:solidFill>
                <a:latin typeface="PT Serif"/>
                <a:ea typeface="PT Serif"/>
                <a:cs typeface="PT Serif"/>
                <a:sym typeface="PT Serif"/>
              </a:rPr>
              <a:t>template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is</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free</a:t>
            </a:r>
            <a:r>
              <a:rPr lang="de-CH" sz="1200" noProof="0" dirty="0">
                <a:solidFill>
                  <a:srgbClr val="1D1D1B"/>
                </a:solidFill>
                <a:latin typeface="PT Serif"/>
                <a:ea typeface="PT Serif"/>
                <a:cs typeface="PT Serif"/>
                <a:sym typeface="PT Serif"/>
              </a:rPr>
              <a:t> to </a:t>
            </a:r>
            <a:r>
              <a:rPr lang="de-CH" sz="1200" noProof="0" dirty="0" err="1">
                <a:solidFill>
                  <a:srgbClr val="1D1D1B"/>
                </a:solidFill>
                <a:latin typeface="PT Serif"/>
                <a:ea typeface="PT Serif"/>
                <a:cs typeface="PT Serif"/>
                <a:sym typeface="PT Serif"/>
              </a:rPr>
              <a:t>use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under</a:t>
            </a:r>
            <a:r>
              <a:rPr lang="de-CH" sz="1200" noProof="0" dirty="0">
                <a:solidFill>
                  <a:srgbClr val="1D1D1B"/>
                </a:solidFill>
                <a:latin typeface="PT Serif"/>
                <a:ea typeface="PT Serif"/>
                <a:cs typeface="PT Serif"/>
                <a:sym typeface="PT Serif"/>
              </a:rPr>
              <a:t> </a:t>
            </a:r>
            <a:r>
              <a:rPr lang="de-CH" sz="1200" u="sng" noProof="0" dirty="0">
                <a:solidFill>
                  <a:srgbClr val="1D1D1B"/>
                </a:solidFill>
                <a:latin typeface="PT Serif"/>
                <a:ea typeface="PT Serif"/>
                <a:cs typeface="PT Serif"/>
                <a:sym typeface="PT Serif"/>
                <a:hlinkClick r:id="rId4">
                  <a:extLst>
                    <a:ext uri="{A12FA001-AC4F-418D-AE19-62706E023703}">
                      <ahyp:hlinkClr xmlns:ahyp="http://schemas.microsoft.com/office/drawing/2018/hyperlinkcolor" val="tx"/>
                    </a:ext>
                  </a:extLst>
                </a:hlinkClick>
              </a:rPr>
              <a:t>Creative Commons Attribution </a:t>
            </a:r>
            <a:r>
              <a:rPr lang="de-CH" sz="1200" u="sng" noProof="0" dirty="0" err="1">
                <a:solidFill>
                  <a:srgbClr val="1D1D1B"/>
                </a:solidFill>
                <a:latin typeface="PT Serif"/>
                <a:ea typeface="PT Serif"/>
                <a:cs typeface="PT Serif"/>
                <a:sym typeface="PT Serif"/>
                <a:hlinkClick r:id="rId4">
                  <a:extLst>
                    <a:ext uri="{A12FA001-AC4F-418D-AE19-62706E023703}">
                      <ahyp:hlinkClr xmlns:ahyp="http://schemas.microsoft.com/office/drawing/2018/hyperlinkcolor" val="tx"/>
                    </a:ext>
                  </a:extLst>
                </a:hlinkClick>
              </a:rPr>
              <a:t>license</a:t>
            </a:r>
            <a:r>
              <a:rPr lang="de-CH" sz="1200" noProof="0" dirty="0">
                <a:solidFill>
                  <a:srgbClr val="1D1D1B"/>
                </a:solidFill>
                <a:latin typeface="PT Serif"/>
                <a:ea typeface="PT Serif"/>
                <a:cs typeface="PT Serif"/>
                <a:sym typeface="PT Serif"/>
              </a:rPr>
              <a:t>. You </a:t>
            </a:r>
            <a:r>
              <a:rPr lang="de-CH" sz="1200" noProof="0" dirty="0" err="1">
                <a:solidFill>
                  <a:srgbClr val="1D1D1B"/>
                </a:solidFill>
                <a:latin typeface="PT Serif"/>
                <a:ea typeface="PT Serif"/>
                <a:cs typeface="PT Serif"/>
                <a:sym typeface="PT Serif"/>
              </a:rPr>
              <a:t>can</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keep</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the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Credits</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slide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or</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mention</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SlidesCarnival</a:t>
            </a:r>
            <a:r>
              <a:rPr lang="de-CH" sz="1200" noProof="0" dirty="0">
                <a:solidFill>
                  <a:srgbClr val="1D1D1B"/>
                </a:solidFill>
                <a:latin typeface="PT Serif"/>
                <a:ea typeface="PT Serif"/>
                <a:cs typeface="PT Serif"/>
                <a:sym typeface="PT Serif"/>
              </a:rPr>
              <a:t> and </a:t>
            </a:r>
            <a:r>
              <a:rPr lang="de-CH" sz="1200" noProof="0" dirty="0" err="1">
                <a:solidFill>
                  <a:srgbClr val="1D1D1B"/>
                </a:solidFill>
                <a:latin typeface="PT Serif"/>
                <a:ea typeface="PT Serif"/>
                <a:cs typeface="PT Serif"/>
                <a:sym typeface="PT Serif"/>
              </a:rPr>
              <a:t>other</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resources</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used</a:t>
            </a:r>
            <a:r>
              <a:rPr lang="de-CH" sz="1200" noProof="0" dirty="0">
                <a:solidFill>
                  <a:srgbClr val="1D1D1B"/>
                </a:solidFill>
                <a:latin typeface="PT Serif"/>
                <a:ea typeface="PT Serif"/>
                <a:cs typeface="PT Serif"/>
                <a:sym typeface="PT Serif"/>
              </a:rPr>
              <a:t> in a </a:t>
            </a:r>
            <a:r>
              <a:rPr lang="de-CH" sz="1200" noProof="0" dirty="0" err="1">
                <a:solidFill>
                  <a:srgbClr val="1D1D1B"/>
                </a:solidFill>
                <a:latin typeface="PT Serif"/>
                <a:ea typeface="PT Serif"/>
                <a:cs typeface="PT Serif"/>
                <a:sym typeface="PT Serif"/>
              </a:rPr>
              <a:t>slide</a:t>
            </a:r>
            <a:r>
              <a:rPr lang="de-CH" sz="1200" noProof="0" dirty="0">
                <a:solidFill>
                  <a:srgbClr val="1D1D1B"/>
                </a:solidFill>
                <a:latin typeface="PT Serif"/>
                <a:ea typeface="PT Serif"/>
                <a:cs typeface="PT Serif"/>
                <a:sym typeface="PT Serif"/>
              </a:rPr>
              <a:t> </a:t>
            </a:r>
            <a:r>
              <a:rPr lang="de-CH" sz="1200" noProof="0" dirty="0" err="1">
                <a:solidFill>
                  <a:srgbClr val="1D1D1B"/>
                </a:solidFill>
                <a:latin typeface="PT Serif"/>
                <a:ea typeface="PT Serif"/>
                <a:cs typeface="PT Serif"/>
                <a:sym typeface="PT Serif"/>
              </a:rPr>
              <a:t>footer</a:t>
            </a:r>
            <a:r>
              <a:rPr lang="de-CH" sz="1200" noProof="0" dirty="0">
                <a:solidFill>
                  <a:srgbClr val="1D1D1B"/>
                </a:solidFill>
                <a:latin typeface="PT Serif"/>
                <a:ea typeface="PT Serif"/>
                <a:cs typeface="PT Serif"/>
                <a:sym typeface="PT Serif"/>
              </a:rPr>
              <a:t>.</a:t>
            </a:r>
          </a:p>
          <a:p>
            <a:pPr marL="0" lvl="0" indent="0" algn="l" rtl="0">
              <a:spcBef>
                <a:spcPts val="1000"/>
              </a:spcBef>
              <a:spcAft>
                <a:spcPts val="0"/>
              </a:spcAft>
              <a:buNone/>
            </a:pPr>
            <a:endParaRPr lang="de-CH" sz="1200" noProof="0" dirty="0">
              <a:solidFill>
                <a:srgbClr val="1D1D1B"/>
              </a:solidFill>
              <a:latin typeface="PT Serif"/>
              <a:ea typeface="PT Serif"/>
              <a:cs typeface="PT Serif"/>
              <a:sym typeface="PT Serif"/>
            </a:endParaRPr>
          </a:p>
          <a:p>
            <a:pPr marL="0" lvl="0" indent="0" algn="l" rtl="0">
              <a:spcBef>
                <a:spcPts val="1000"/>
              </a:spcBef>
              <a:spcAft>
                <a:spcPts val="1000"/>
              </a:spcAft>
              <a:buNone/>
            </a:pPr>
            <a:endParaRPr lang="de-CH" sz="1200" noProof="0" dirty="0">
              <a:solidFill>
                <a:srgbClr val="1D1D1B"/>
              </a:solidFill>
              <a:latin typeface="PT Serif"/>
              <a:ea typeface="PT Serif"/>
              <a:cs typeface="PT Serif"/>
              <a:sym typeface="PT Serif"/>
            </a:endParaRPr>
          </a:p>
        </p:txBody>
      </p:sp>
      <p:sp>
        <p:nvSpPr>
          <p:cNvPr id="60" name="Google Shape;60;p13"/>
          <p:cNvSpPr txBox="1">
            <a:spLocks noGrp="1"/>
          </p:cNvSpPr>
          <p:nvPr>
            <p:ph type="sldNum" idx="12"/>
          </p:nvPr>
        </p:nvSpPr>
        <p:spPr>
          <a:xfrm>
            <a:off x="4297650" y="4419838"/>
            <a:ext cx="5487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fld id="{00000000-1234-1234-1234-123412341234}" type="slidenum">
              <a:rPr lang="de-CH" noProof="0" smtClean="0"/>
              <a:t>2</a:t>
            </a:fld>
            <a:endParaRPr lang="de-CH" noProof="0" dirty="0"/>
          </a:p>
        </p:txBody>
      </p:sp>
      <p:pic>
        <p:nvPicPr>
          <p:cNvPr id="3" name="Grafik 2">
            <a:extLst>
              <a:ext uri="{FF2B5EF4-FFF2-40B4-BE49-F238E27FC236}">
                <a16:creationId xmlns:a16="http://schemas.microsoft.com/office/drawing/2014/main" id="{FE6FE2D1-17D6-69C8-4FE1-3145B44990D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 y="-240030"/>
            <a:ext cx="9143999" cy="5623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3" name="Textfeld 2">
            <a:extLst>
              <a:ext uri="{FF2B5EF4-FFF2-40B4-BE49-F238E27FC236}">
                <a16:creationId xmlns:a16="http://schemas.microsoft.com/office/drawing/2014/main" id="{08F648A5-8112-3209-199F-DC00AA4FB30A}"/>
              </a:ext>
            </a:extLst>
          </p:cNvPr>
          <p:cNvSpPr txBox="1"/>
          <p:nvPr/>
        </p:nvSpPr>
        <p:spPr>
          <a:xfrm>
            <a:off x="2286000" y="2202418"/>
            <a:ext cx="4572000" cy="738664"/>
          </a:xfrm>
          <a:prstGeom prst="rect">
            <a:avLst/>
          </a:prstGeom>
          <a:noFill/>
        </p:spPr>
        <p:txBody>
          <a:bodyPr wrap="square">
            <a:spAutoFit/>
          </a:bodyPr>
          <a:lstStyle/>
          <a:p>
            <a:pPr marL="457200" lvl="0" indent="-355600" algn="l" rtl="0">
              <a:spcBef>
                <a:spcPts val="600"/>
              </a:spcBef>
              <a:spcAft>
                <a:spcPts val="0"/>
              </a:spcAft>
              <a:buClr>
                <a:schemeClr val="bg1"/>
              </a:buClr>
              <a:buSzPts val="2000"/>
              <a:buChar char="▣"/>
            </a:pPr>
            <a:r>
              <a:rPr lang="de-CH" dirty="0">
                <a:solidFill>
                  <a:schemeClr val="tx2"/>
                </a:solidFill>
                <a:latin typeface="Playfair Display" panose="00000500000000000000" pitchFamily="2" charset="0"/>
              </a:rPr>
              <a:t>Der Held: Der Souveräne </a:t>
            </a:r>
            <a:r>
              <a:rPr lang="de-CH" dirty="0" err="1">
                <a:solidFill>
                  <a:schemeClr val="tx2"/>
                </a:solidFill>
                <a:latin typeface="Playfair Display" panose="00000500000000000000" pitchFamily="2" charset="0"/>
              </a:rPr>
              <a:t>Digitalist</a:t>
            </a:r>
            <a:endParaRPr lang="de-CH" dirty="0">
              <a:solidFill>
                <a:schemeClr val="tx2"/>
              </a:solidFill>
              <a:latin typeface="Playfair Display" panose="00000500000000000000" pitchFamily="2" charset="0"/>
            </a:endParaRPr>
          </a:p>
          <a:p>
            <a:pPr marL="457200" lvl="0" indent="-355600" algn="l" rtl="0">
              <a:spcBef>
                <a:spcPts val="0"/>
              </a:spcBef>
              <a:spcAft>
                <a:spcPts val="0"/>
              </a:spcAft>
              <a:buClr>
                <a:schemeClr val="bg1"/>
              </a:buClr>
              <a:buSzPts val="2000"/>
              <a:buChar char="▣"/>
            </a:pPr>
            <a:r>
              <a:rPr lang="de-CH" dirty="0">
                <a:solidFill>
                  <a:schemeClr val="tx2"/>
                </a:solidFill>
                <a:latin typeface="Playfair Display" panose="00000500000000000000" pitchFamily="2" charset="0"/>
              </a:rPr>
              <a:t>Der Mentor: </a:t>
            </a:r>
            <a:r>
              <a:rPr lang="de-CH" dirty="0" err="1">
                <a:solidFill>
                  <a:schemeClr val="tx2"/>
                </a:solidFill>
                <a:latin typeface="Playfair Display" panose="00000500000000000000" pitchFamily="2" charset="0"/>
              </a:rPr>
              <a:t>storable</a:t>
            </a:r>
            <a:r>
              <a:rPr lang="de-CH" dirty="0">
                <a:solidFill>
                  <a:schemeClr val="tx2"/>
                </a:solidFill>
                <a:latin typeface="Playfair Display" panose="00000500000000000000" pitchFamily="2" charset="0"/>
              </a:rPr>
              <a:t> (Werkzeugkiste)</a:t>
            </a:r>
          </a:p>
          <a:p>
            <a:pPr marL="457200" lvl="0" indent="-355600" algn="l" rtl="0">
              <a:spcBef>
                <a:spcPts val="0"/>
              </a:spcBef>
              <a:spcAft>
                <a:spcPts val="0"/>
              </a:spcAft>
              <a:buClr>
                <a:schemeClr val="bg1"/>
              </a:buClr>
              <a:buSzPts val="2000"/>
              <a:buChar char="▣"/>
            </a:pPr>
            <a:r>
              <a:rPr lang="de-CH" dirty="0">
                <a:solidFill>
                  <a:schemeClr val="tx2"/>
                </a:solidFill>
                <a:latin typeface="Playfair Display" panose="00000500000000000000" pitchFamily="2" charset="0"/>
              </a:rPr>
              <a:t>Das Elixier: Digitale Unantastbarkeit</a:t>
            </a:r>
          </a:p>
        </p:txBody>
      </p:sp>
      <p:sp>
        <p:nvSpPr>
          <p:cNvPr id="4" name="Google Shape;87;p17">
            <a:extLst>
              <a:ext uri="{FF2B5EF4-FFF2-40B4-BE49-F238E27FC236}">
                <a16:creationId xmlns:a16="http://schemas.microsoft.com/office/drawing/2014/main" id="{BFB15BDC-C120-CDE3-FA2C-8CB5BDA3F9EB}"/>
              </a:ext>
            </a:extLst>
          </p:cNvPr>
          <p:cNvSpPr txBox="1">
            <a:spLocks/>
          </p:cNvSpPr>
          <p:nvPr/>
        </p:nvSpPr>
        <p:spPr>
          <a:xfrm>
            <a:off x="388955" y="338306"/>
            <a:ext cx="8366100" cy="762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de-CH" dirty="0">
                <a:solidFill>
                  <a:schemeClr val="tx2"/>
                </a:solidFill>
                <a:latin typeface="Playfair Display" panose="00000500000000000000" pitchFamily="2" charset="0"/>
              </a:rPr>
              <a:t>Die Heldenreise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8EB71-C8EB-5F09-B1FC-A1929AA93694}"/>
            </a:ext>
          </a:extLst>
        </p:cNvPr>
        <p:cNvGrpSpPr/>
        <p:nvPr/>
      </p:nvGrpSpPr>
      <p:grpSpPr>
        <a:xfrm>
          <a:off x="0" y="0"/>
          <a:ext cx="0" cy="0"/>
          <a:chOff x="0" y="0"/>
          <a:chExt cx="0" cy="0"/>
        </a:xfrm>
      </p:grpSpPr>
      <p:pic>
        <p:nvPicPr>
          <p:cNvPr id="4" name="Grafik 3">
            <a:extLst>
              <a:ext uri="{FF2B5EF4-FFF2-40B4-BE49-F238E27FC236}">
                <a16:creationId xmlns:a16="http://schemas.microsoft.com/office/drawing/2014/main" id="{4A69FF6C-0D3C-D057-2C9F-2A0155744D9E}"/>
              </a:ext>
            </a:extLst>
          </p:cNvPr>
          <p:cNvPicPr>
            <a:picLocks noChangeAspect="1"/>
          </p:cNvPicPr>
          <p:nvPr/>
        </p:nvPicPr>
        <p:blipFill>
          <a:blip r:embed="rId3">
            <a:extLst>
              <a:ext uri="{96DAC541-7B7A-43D3-8B79-37D633B846F1}">
                <asvg:svgBlip xmlns:asvg="http://schemas.microsoft.com/office/drawing/2016/SVG/main" r:embed="rId4"/>
              </a:ext>
            </a:extLst>
          </a:blip>
          <a:srcRect r="11715"/>
          <a:stretch>
            <a:fillRect/>
          </a:stretch>
        </p:blipFill>
        <p:spPr>
          <a:xfrm>
            <a:off x="1489710" y="1166812"/>
            <a:ext cx="6164580" cy="1591628"/>
          </a:xfrm>
          <a:prstGeom prst="rect">
            <a:avLst/>
          </a:prstGeom>
        </p:spPr>
      </p:pic>
      <p:sp>
        <p:nvSpPr>
          <p:cNvPr id="6" name="Titel 5">
            <a:extLst>
              <a:ext uri="{FF2B5EF4-FFF2-40B4-BE49-F238E27FC236}">
                <a16:creationId xmlns:a16="http://schemas.microsoft.com/office/drawing/2014/main" id="{C0327582-A745-AD3B-5273-23634E59F286}"/>
              </a:ext>
            </a:extLst>
          </p:cNvPr>
          <p:cNvSpPr>
            <a:spLocks noGrp="1"/>
          </p:cNvSpPr>
          <p:nvPr>
            <p:ph type="ctrTitle"/>
          </p:nvPr>
        </p:nvSpPr>
        <p:spPr>
          <a:xfrm>
            <a:off x="1151100" y="3435840"/>
            <a:ext cx="6841800" cy="1159800"/>
          </a:xfrm>
        </p:spPr>
        <p:txBody>
          <a:bodyPr/>
          <a:lstStyle/>
          <a:p>
            <a:r>
              <a:rPr lang="de-CH" dirty="0">
                <a:solidFill>
                  <a:srgbClr val="D80B69"/>
                </a:solidFill>
                <a:latin typeface="Bahnschrift SemiBold" panose="020B0502040204020203" pitchFamily="34" charset="0"/>
              </a:rPr>
              <a:t>BEFREI DEINE DATEN SOFORT!</a:t>
            </a:r>
          </a:p>
        </p:txBody>
      </p:sp>
    </p:spTree>
    <p:extLst>
      <p:ext uri="{BB962C8B-B14F-4D97-AF65-F5344CB8AC3E}">
        <p14:creationId xmlns:p14="http://schemas.microsoft.com/office/powerpoint/2010/main" val="2026725063"/>
      </p:ext>
    </p:extLst>
  </p:cSld>
  <p:clrMapOvr>
    <a:masterClrMapping/>
  </p:clrMapOvr>
</p:sld>
</file>

<file path=ppt/theme/theme1.xml><?xml version="1.0" encoding="utf-8"?>
<a:theme xmlns:a="http://schemas.openxmlformats.org/drawingml/2006/main" name="Portia template">
  <a:themeElements>
    <a:clrScheme name="Custom 347">
      <a:dk1>
        <a:srgbClr val="000000"/>
      </a:dk1>
      <a:lt1>
        <a:srgbClr val="FFFFFF"/>
      </a:lt1>
      <a:dk2>
        <a:srgbClr val="000000"/>
      </a:dk2>
      <a:lt2>
        <a:srgbClr val="F3F3F3"/>
      </a:lt2>
      <a:accent1>
        <a:srgbClr val="434343"/>
      </a:accent1>
      <a:accent2>
        <a:srgbClr val="999999"/>
      </a:accent2>
      <a:accent3>
        <a:srgbClr val="CCCCCC"/>
      </a:accent3>
      <a:accent4>
        <a:srgbClr val="4D5F6D"/>
      </a:accent4>
      <a:accent5>
        <a:srgbClr val="7F98AC"/>
      </a:accent5>
      <a:accent6>
        <a:srgbClr val="BCCEDB"/>
      </a:accent6>
      <a:hlink>
        <a:srgbClr val="1D1D1B"/>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605</Words>
  <Application>Microsoft Office PowerPoint</Application>
  <PresentationFormat>Bildschirmpräsentation (16:9)</PresentationFormat>
  <Paragraphs>29</Paragraphs>
  <Slides>4</Slides>
  <Notes>4</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vt:i4>
      </vt:variant>
    </vt:vector>
  </HeadingPairs>
  <TitlesOfParts>
    <vt:vector size="9" baseType="lpstr">
      <vt:lpstr>Bahnschrift SemiBold</vt:lpstr>
      <vt:lpstr>PT Serif</vt:lpstr>
      <vt:lpstr>Arial</vt:lpstr>
      <vt:lpstr>Playfair Display</vt:lpstr>
      <vt:lpstr>Portia template</vt:lpstr>
      <vt:lpstr>Wem gehören deine Erinnerungen?</vt:lpstr>
      <vt:lpstr>Instructions for use</vt:lpstr>
      <vt:lpstr>PowerPoint-Präsentation</vt:lpstr>
      <vt:lpstr>BEFREI DEINE DATEN SOFORT!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Matteo Bosshard</cp:lastModifiedBy>
  <cp:revision>4</cp:revision>
  <dcterms:modified xsi:type="dcterms:W3CDTF">2026-03-25T20:37:38Z</dcterms:modified>
</cp:coreProperties>
</file>