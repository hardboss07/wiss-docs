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005840" rIns="731520" rtlCol="0" anchor="ctr"/>
          <a:lstStyle/>
          <a:p>
            <a:pPr algn="ctr">
              <a:defRPr sz="64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  <a:p>
            <a:pPr algn="ctr">
              <a:spcBef>
                <a:spcPts val="1600"/>
              </a:spcBef>
              <a:defRPr sz="3200" b="1">
                <a:solidFill>
                  <a:srgbClr val="FFD405"/>
                </a:solidFill>
                <a:latin typeface="Roboto"/>
              </a:defRPr>
            </a:pPr>
            <a:r>
              <a:t>Filme &amp; Serien einfach finden und swipen</a:t>
            </a:r>
          </a:p>
          <a:p>
            <a:pPr algn="ctr">
              <a:spcBef>
                <a:spcPts val="4500"/>
              </a:spcBef>
              <a:defRPr sz="2200">
                <a:solidFill>
                  <a:srgbClr val="BEBEBE"/>
                </a:solidFill>
                <a:latin typeface="Roboto"/>
              </a:defRPr>
            </a:pPr>
            <a:r>
              <a:t>Modul 322 – User Centered Design</a:t>
            </a:r>
            <a:br/>
            <a:r>
              <a:t>Projekt-Präsentation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Das Problem &amp; Unsere Lösung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3000" b="1">
                <a:solidFill>
                  <a:srgbClr val="D80B69"/>
                </a:solidFill>
              </a:defRPr>
            </a:pPr>
            <a:r>
              <a:t>Das Problem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Zu viele Streaming-Dienste (Netflix, Prime, Disney+)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Langes &amp; nerviges Suchen auf der Couch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Schlechte Vorschläge der Anbieter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Unklar, ob Film auf Deutsch verfügbar 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3000" b="1">
                <a:solidFill>
                  <a:srgbClr val="FFD405"/>
                </a:solidFill>
              </a:defRPr>
            </a:pPr>
            <a:r>
              <a:t>Unsere Lösung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Alle eigenen Abos an einem Ort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Einfacher Swipe-Mechanismus (Tinder-Prinzip)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Schnelle Entscheidung in 2 Minuten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• Echte Reviews &amp; kurze Video-Clips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Wichtige Erkenntnisse aus den Interviews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600" b="1">
                <a:solidFill>
                  <a:srgbClr val="D80B69"/>
                </a:solidFill>
              </a:defRPr>
            </a:pPr>
            <a:r>
              <a:t>1. Zeit sparen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Direkt sehen, ob der Film auf den eigenen Abos und auf Deutsch läuft.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600" b="1">
                <a:solidFill>
                  <a:srgbClr val="FFD405"/>
                </a:solidFill>
              </a:defRPr>
            </a:pPr>
            <a:r>
              <a:t>2. Kurze Clips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Video-Ausschnitte überzeugen schneller als lange Beschreibungstexte.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3. Keine Abofallen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Nur Gratis-Inhalte der eigenen Abos anzeigen – keine Zusatzkosten.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Unsere Zielgruppen (Personas)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2800" b="1">
                <a:solidFill>
                  <a:srgbClr val="D80B69"/>
                </a:solidFill>
              </a:defRPr>
            </a:pPr>
            <a:r>
              <a:t>Ottavio (22 Jahre)</a:t>
            </a:r>
          </a:p>
          <a:p>
            <a:pPr>
              <a:spcBef>
                <a:spcPts val="600"/>
              </a:spcBef>
              <a:defRPr sz="1800" b="1">
                <a:solidFill>
                  <a:srgbClr val="FFD405"/>
                </a:solidFill>
              </a:defRPr>
            </a:pPr>
            <a:r>
              <a:t>Fokus: Schneller Feierabend-Film</a:t>
            </a:r>
          </a:p>
          <a:p>
            <a:pPr>
              <a:spcBef>
                <a:spcPts val="1200"/>
              </a:spcBef>
              <a:defRPr sz="1700" i="1">
                <a:solidFill>
                  <a:srgbClr val="BEBEBE"/>
                </a:solidFill>
              </a:defRPr>
            </a:pPr>
            <a:r>
              <a:t>«Ich will schnell einen guten Film auf Deutsch finden, ohne lange zu suchen.»</a:t>
            </a:r>
          </a:p>
          <a:p>
            <a:pPr>
              <a:spcBef>
                <a:spcPts val="1200"/>
              </a:spcBef>
              <a:defRPr sz="1900">
                <a:solidFill>
                  <a:srgbClr val="FFFFFF"/>
                </a:solidFill>
              </a:defRPr>
            </a:pPr>
            <a:r>
              <a:t>• Eigene Abos filtern (Netflix, Prime)</a:t>
            </a:r>
          </a:p>
          <a:p>
            <a:pPr>
              <a:spcBef>
                <a:spcPts val="1200"/>
              </a:spcBef>
              <a:defRPr sz="1900">
                <a:solidFill>
                  <a:srgbClr val="FFFFFF"/>
                </a:solidFill>
              </a:defRPr>
            </a:pPr>
            <a:r>
              <a:t>• Nur Inhalte mit deutscher Tonspur</a:t>
            </a:r>
          </a:p>
          <a:p>
            <a:pPr>
              <a:spcBef>
                <a:spcPts val="1200"/>
              </a:spcBef>
              <a:defRPr sz="1900">
                <a:solidFill>
                  <a:srgbClr val="FFFFFF"/>
                </a:solidFill>
              </a:defRPr>
            </a:pPr>
            <a:r>
              <a:t>• Übersichtliche Merkliste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2800" b="1">
                <a:solidFill>
                  <a:srgbClr val="D80B69"/>
                </a:solidFill>
              </a:defRPr>
            </a:pPr>
            <a:r>
              <a:t>Dario (19 Jahre)</a:t>
            </a:r>
          </a:p>
          <a:p>
            <a:pPr>
              <a:spcBef>
                <a:spcPts val="600"/>
              </a:spcBef>
              <a:defRPr sz="1800" b="1">
                <a:solidFill>
                  <a:srgbClr val="FFD405"/>
                </a:solidFill>
              </a:defRPr>
            </a:pPr>
            <a:r>
              <a:t>Fokus: Social &amp; Trend-Clips</a:t>
            </a:r>
          </a:p>
          <a:p>
            <a:pPr>
              <a:spcBef>
                <a:spcPts val="1200"/>
              </a:spcBef>
              <a:defRPr sz="1700" i="1">
                <a:solidFill>
                  <a:srgbClr val="BEBEBE"/>
                </a:solidFill>
              </a:defRPr>
            </a:pPr>
            <a:r>
              <a:t>«Wenn mich ein Clip packt, will ich den Film sofort mit Freunden teilen.»</a:t>
            </a:r>
          </a:p>
          <a:p>
            <a:pPr>
              <a:spcBef>
                <a:spcPts val="1200"/>
              </a:spcBef>
              <a:defRPr sz="1900">
                <a:solidFill>
                  <a:srgbClr val="FFFFFF"/>
                </a:solidFill>
              </a:defRPr>
            </a:pPr>
            <a:r>
              <a:t>• Filme über kurze Clips entdecken</a:t>
            </a:r>
          </a:p>
          <a:p>
            <a:pPr>
              <a:spcBef>
                <a:spcPts val="1200"/>
              </a:spcBef>
              <a:defRPr sz="1900">
                <a:solidFill>
                  <a:srgbClr val="FFFFFF"/>
                </a:solidFill>
              </a:defRPr>
            </a:pPr>
            <a:r>
              <a:t>• Tipps einfach an Freunde schicken</a:t>
            </a:r>
          </a:p>
          <a:p>
            <a:pPr>
              <a:spcBef>
                <a:spcPts val="1200"/>
              </a:spcBef>
              <a:defRPr sz="1900">
                <a:solidFill>
                  <a:srgbClr val="FFFFFF"/>
                </a:solidFill>
              </a:defRPr>
            </a:pPr>
            <a:r>
              <a:t>• Schnell Sterne &amp; Kritik abgeben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Die 3 wichtigsten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600" b="1">
                <a:solidFill>
                  <a:srgbClr val="D80B69"/>
                </a:solidFill>
              </a:defRPr>
            </a:pPr>
            <a:r>
              <a:t>1. Abo-Filter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Zeigt nur Filme an, die auf deinen aktiven Abos (z. B. Netflix) verfügbar sind.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5071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600" b="1">
                <a:solidFill>
                  <a:srgbClr val="FFD405"/>
                </a:solidFill>
              </a:defRPr>
            </a:pPr>
            <a:r>
              <a:t>2. Kurze Reviews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Sterne vergeben und Bewertungen mit max. 100 Zeichen schreiben.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110" y="1417320"/>
            <a:ext cx="4145281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3. Benachrichtigungen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Push-Info, sobald eine neue Folge deiner Lieblingsserie erscheint.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Ablauf der Anwendungsfälle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5087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1. Abo-Filterung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Profil öffnen ➔ Abos wählen (z.B. Netflix) ➔ Filter speichern ➔ Gefiltert swipen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63240"/>
            <a:ext cx="11094415" cy="15087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2. Review schreiben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Film auswählen ➔ Sterne vergeben ➔ Kurztext schreiben (max. 100 Zeichen) ➔ Teilen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09160"/>
            <a:ext cx="11094415" cy="15087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3. Neue Staffel sehen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Push-Mitteilung erhalten ➔ Antippen ➔ Details prüfen ➔ Auf Netflix weiterschauen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Aufbau &amp; Hauptmenü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2331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 algn="ctr">
              <a:defRPr sz="2200" b="1">
                <a:solidFill>
                  <a:srgbClr val="FFD405"/>
                </a:solidFill>
              </a:defRPr>
            </a:pPr>
            <a:r>
              <a:t>1. Match (Home)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Filme swipen &amp; auf Watchlist setzen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2331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2. Discover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Top-Listen &amp; Video-Clips anschauen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2331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3. Watchlist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Gespeicherte &amp; bereits gesehene Filme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3566160" cy="2331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4. Community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Reviews &amp; Tipps von Freunden lesen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931920"/>
            <a:ext cx="3566160" cy="23317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 algn="ctr">
              <a:defRPr sz="2200" b="1">
                <a:solidFill>
                  <a:srgbClr val="D80B69"/>
                </a:solidFill>
              </a:defRPr>
            </a:pPr>
            <a:r>
              <a:t>5. Profil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Eigene Abos einstellen &amp; Badges sammeln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Design &amp; Farben (Style Guide)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2800" b="1">
                <a:solidFill>
                  <a:srgbClr val="D80B69"/>
                </a:solidFill>
              </a:defRPr>
            </a:pPr>
            <a:r>
              <a:t>Farben (Dark Mode)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• Primary Pink (#d80b69):</a:t>
            </a:r>
            <a:br/>
            <a:r>
              <a:t>   Buttons &amp; Hauptaktionen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• Accent Gelb (#ffd405):</a:t>
            </a:r>
            <a:br/>
            <a:r>
              <a:t>   Sterne &amp; Highlights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• Dunkler Hintergrund (#0a0a0a):</a:t>
            </a:r>
            <a:br/>
            <a:r>
              <a:t>   Echtes Kino-Feeling</a:t>
            </a:r>
          </a:p>
          <a:p>
            <a:pPr>
              <a:spcBef>
                <a:spcPts val="1200"/>
              </a:spcBef>
              <a:defRPr sz="1700">
                <a:solidFill>
                  <a:srgbClr val="FFFFFF"/>
                </a:solidFill>
              </a:defRPr>
            </a:pPr>
            <a:r>
              <a:t>• Graue Karten (#1a1a1a):</a:t>
            </a:r>
            <a:br/>
            <a:r>
              <a:t>   Gute Lesbarkeit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2800" b="1">
                <a:solidFill>
                  <a:srgbClr val="FFD405"/>
                </a:solidFill>
              </a:defRPr>
            </a:pPr>
            <a:r>
              <a:t>Schriftart &amp; Look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• Schriftart: Roboto (modern &amp; klar)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• Überschriften: Gross &amp; fett für schnelle Übersicht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• Kontrast: Weisser Text auf dunklem Grund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• Layout: Aufgeräumt &amp; einfach zu bedienen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0B69"/>
                </a:solidFill>
                <a:latin typeface="Roboto"/>
              </a:defRPr>
            </a:pPr>
            <a:r>
              <a:t>WATCHMATCH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Roboto"/>
              </a:defRPr>
            </a:pPr>
            <a:r>
              <a:t>Nächste Schritte (Roadmap)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400" b="1">
                <a:solidFill>
                  <a:srgbClr val="D80B69"/>
                </a:solidFill>
              </a:defRPr>
            </a:pPr>
            <a:r>
              <a:t>1. Vorbereitung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Personas, User Story Maps &amp; Dokumentation fertig erstellt.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400" b="1">
                <a:solidFill>
                  <a:srgbClr val="FFD405"/>
                </a:solidFill>
              </a:defRPr>
            </a:pPr>
            <a:r>
              <a:t>2. Prototyp bauen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Klickbaren Prototyp in Figma erstellen (App-Screen-Grösse).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5029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457200" rIns="32004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 Testen (11.11.)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Usability-Tests mit Testpersonen durchführen &amp; verbessern.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188720" rtlCol="0" anchor="ctr"/>
          <a:lstStyle/>
          <a:p>
            <a:pPr algn="ctr">
              <a:defRPr sz="5600" b="1">
                <a:solidFill>
                  <a:srgbClr val="D80B69"/>
                </a:solidFill>
              </a:defRPr>
            </a:pPr>
            <a:r>
              <a:t>WatchMatch</a:t>
            </a:r>
          </a:p>
          <a:p>
            <a:pPr algn="ctr">
              <a:spcBef>
                <a:spcPts val="1600"/>
              </a:spcBef>
              <a:defRPr sz="2800" b="1">
                <a:solidFill>
                  <a:srgbClr val="FFD405"/>
                </a:solidFill>
              </a:defRPr>
            </a:pPr>
            <a:r>
              <a:t>Schluss mit der Suchen-Frust auf der Couch!</a:t>
            </a:r>
          </a:p>
          <a:p>
            <a:pPr algn="ctr">
              <a:spcBef>
                <a:spcPts val="3500"/>
              </a:spcBef>
              <a:defRPr sz="2200">
                <a:solidFill>
                  <a:srgbClr val="FFFFFF"/>
                </a:solidFill>
              </a:defRPr>
            </a:pPr>
            <a:r>
              <a:t>Vielen Dank für eure Aufmerksamkeit!</a:t>
            </a:r>
            <a:br/>
            <a:r>
              <a:t>Habt ihr noch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Breitbild</PresentationFormat>
  <Paragraphs>88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Matteo Bosshard</cp:lastModifiedBy>
  <cp:revision>2</cp:revision>
  <dcterms:created xsi:type="dcterms:W3CDTF">2013-01-27T09:14:16Z</dcterms:created>
  <dcterms:modified xsi:type="dcterms:W3CDTF">2026-10-21T14:07:18Z</dcterms:modified>
  <cp:category/>
</cp:coreProperties>
</file>